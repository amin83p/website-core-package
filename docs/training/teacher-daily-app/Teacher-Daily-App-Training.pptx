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0" r:id="rId4"/>
    <p:sldId id="272" r:id="rId5"/>
    <p:sldId id="271" r:id="rId6"/>
    <p:sldId id="273" r:id="rId7"/>
    <p:sldId id="274"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121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69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06:19.995"/>
    </inkml:context>
    <inkml:brush xml:id="br0">
      <inkml:brushProperty name="width" value="0.05" units="cm"/>
      <inkml:brushProperty name="height" value="0.05" units="cm"/>
      <inkml:brushProperty name="color" value="#E71224"/>
    </inkml:brush>
  </inkml:definitions>
  <inkml:trace contextRef="#ctx0" brushRef="#br0">1 1082 24575,'25'-29'0,"-1"-2"0,-2 0 0,-1-1 0,32-67 0,1 0 0,7-14 0,26-40 0,-74 133 0,1 0 0,1 2 0,1 0 0,1 1 0,26-21 0,29-21 0,-31 24 0,1 3 0,1 0 0,2 3 0,86-42 0,-83 50 0,1 3 0,1 1 0,1 3 0,75-11 0,-21 16 0,123 7 0,-121 3 0,-102-1 0,0 1 0,0-1 0,-1 1 0,1 0 0,0 0 0,-1 1 0,1-1 0,-1 1 0,1 0 0,-1 0 0,0 1 0,0-1 0,0 1 0,5 3 0,-2 1 0,0 0 0,-1 0 0,1 1 0,-1-1 0,-1 1 0,8 15 0,-1 2 0,-1 1 0,-1 1 0,-1-1 0,4 30 0,1 7 0,-4 1 0,-2 1 0,-1 85 0,-8 462 0,-17-451 0,18 364 0,1-523 0,-1 0 0,0 0 0,0-1 0,0 1 0,-1 0 0,1 0 0,0 0 0,-1 0 0,1-1 0,-1 1 0,0 0 0,1-1 0,-1 1 0,0 0 0,0-1 0,0 1 0,0-1 0,0 1 0,0-1 0,-1 1 0,1-1 0,0 0 0,-1 0 0,1 0 0,-1 0 0,1 0 0,-3 1 0,2-2 0,1 1 0,-1-1 0,0 0 0,0-1 0,1 1 0,-1 0 0,0 0 0,1-1 0,-1 1 0,1-1 0,-1 1 0,1-1 0,-1 0 0,1 1 0,-1-1 0,1 0 0,-1 0 0,1 0 0,0 0 0,0 0 0,-1-1 0,1 1 0,0 0 0,0-1 0,0 1 0,0 0 0,0-1 0,1 1 0,-1-1 0,-1-2 0,-25-70 0,22 57 0,-1-1 0,-16-30 0,16 35 0,0 0 0,0 0 0,-4-20 0,8 27 0,0 1 0,1-1 0,0 0 0,0 1 0,1-1 0,-1 0 0,1 0 0,1 0 0,-1 1 0,1-1 0,1-6 0,-2 11 0,0 0 0,0 1 0,1-1 0,-1 0 0,0 1 0,0-1 0,1 0 0,-1 1 0,1-1 0,-1 1 0,0-1 0,1 0 0,-1 1 0,1-1 0,-1 1 0,1-1 0,-1 1 0,1-1 0,0 1 0,-1 0 0,1-1 0,0 1 0,-1 0 0,1-1 0,0 1 0,-1 0 0,1 0 0,0 0 0,-1 0 0,1-1 0,1 1 0,0 1 0,-1 0 0,1-1 0,-1 1 0,1 0 0,-1 0 0,1 0 0,-1 0 0,1 0 0,-1 0 0,0 0 0,0 0 0,3 3 0,27 45 0,-30-47 0,13 27 0,-2 0 0,15 54 0,11 29 0,-28-66 0,-9-40 0,-1 0 0,1-1 0,1 1 0,-1 0 0,1-1 0,0 1 0,5 8 0,-7-13 0,0-1 0,0 0 0,0 0 0,0 0 0,0 1 0,0-1 0,1 0 0,-1 0 0,0 0 0,0 0 0,0 1 0,1-1 0,-1 0 0,0 0 0,0 0 0,0 0 0,1 0 0,-1 0 0,0 0 0,0 0 0,1 1 0,-1-1 0,0 0 0,0 0 0,0 0 0,1 0 0,-1 0 0,0 0 0,0 0 0,1 0 0,-1-1 0,0 1 0,0 0 0,1 0 0,-1 0 0,0 0 0,0 0 0,0 0 0,1 0 0,-1-1 0,9-11 0,5-23 0,-11 27 0,29-75 0,-21 52 0,1-1 0,29-51 0,22-4-1365,-56 78-5461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07:50.327"/>
    </inkml:context>
    <inkml:brush xml:id="br0">
      <inkml:brushProperty name="width" value="0.05" units="cm"/>
      <inkml:brushProperty name="height" value="0.05" units="cm"/>
      <inkml:brushProperty name="color" value="#E71224"/>
    </inkml:brush>
  </inkml:definitions>
  <inkml:trace contextRef="#ctx0" brushRef="#br0">0 1 24575,'397'0'-1365,"-381"0"-5461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07:51.967"/>
    </inkml:context>
    <inkml:brush xml:id="br0">
      <inkml:brushProperty name="width" value="0.05" units="cm"/>
      <inkml:brushProperty name="height" value="0.05" units="cm"/>
      <inkml:brushProperty name="color" value="#E71224"/>
    </inkml:brush>
  </inkml:definitions>
  <inkml:trace contextRef="#ctx0" brushRef="#br0">1 0 24575,'0'542'-1365,"0"-526"-5461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11:01.029"/>
    </inkml:context>
    <inkml:brush xml:id="br0">
      <inkml:brushProperty name="width" value="0.05" units="cm"/>
      <inkml:brushProperty name="height" value="0.05" units="cm"/>
      <inkml:brushProperty name="color" value="#E71224"/>
    </inkml:brush>
  </inkml:definitions>
  <inkml:trace contextRef="#ctx0" brushRef="#br0">3 633 24575,'0'-18'0,"-1"10"0,0 1 0,1 0 0,0-1 0,0 1 0,1-1 0,0 1 0,0 0 0,1 0 0,0 0 0,0 0 0,0 0 0,1 0 0,0 0 0,1 1 0,0-1 0,8-10 0,182-192 0,-39 73 0,-126 113 0,-17 12 0,1 1 0,0 0 0,0 1 0,1 0 0,1 1 0,21-8 0,-16 7 0,0 2 0,1 0 0,0 2 0,0 0 0,0 1 0,0 2 0,26-1 0,-28 3 0,3 0 0,0 1 0,31 5 0,-44-4 0,0 0 0,-1 1 0,1 0 0,-1 1 0,0 0 0,0 0 0,0 1 0,0-1 0,7 8 0,24 21 0,-1 2 0,-1 2 0,-2 2 0,58 82 0,-61-81 44,-22-29-396,-1 0-1,0 1 1,10 18 0,-12-17-6474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11:03.421"/>
    </inkml:context>
    <inkml:brush xml:id="br0">
      <inkml:brushProperty name="width" value="0.05" units="cm"/>
      <inkml:brushProperty name="height" value="0.05" units="cm"/>
      <inkml:brushProperty name="color" value="#E71224"/>
    </inkml:brush>
  </inkml:definitions>
  <inkml:trace contextRef="#ctx0" brushRef="#br0">21 183 24575,'2'-51'0,"0"34"0,-2 0 0,1 0 0,-2 0 0,0 0 0,-5-23 0,6 39 0,0 1 0,0 0 0,0 0 0,0 0 0,0 0 0,0-1 0,0 1 0,0 0 0,0 0 0,0 0 0,0-1 0,0 1 0,0 0 0,0 0 0,0 0 0,0 0 0,0-1 0,0 1 0,0 0 0,0 0 0,0 0 0,0 0 0,0-1 0,-1 1 0,1 0 0,0 0 0,0 0 0,0 0 0,0 0 0,0-1 0,0 1 0,-1 0 0,1 0 0,0 0 0,0 0 0,0 0 0,0 0 0,0 0 0,-1 0 0,1 0 0,0-1 0,0 1 0,0 0 0,-1 0 0,1 0 0,0 0 0,0 0 0,0 0 0,0 0 0,-1 0 0,1 0 0,0 0 0,0 0 0,0 1 0,0-1 0,-1 0 0,1 0 0,0 0 0,0 0 0,-5 15 0,0 21 0,4-10 0,1 57 0,0-76 0,1 0 0,0 1 0,0-1 0,1 0 0,0 0 0,0 0 0,1 0 0,5 10 0,-7-15 0,0-1 0,0 1 0,0 0 0,0-1 0,1 0 0,-1 1 0,1-1 0,-1 0 0,1 1 0,0-1 0,-1 0 0,1 0 0,0 0 0,0-1 0,0 1 0,0 0 0,-1-1 0,1 1 0,0-1 0,0 0 0,0 1 0,0-1 0,0 0 0,0 0 0,0 0 0,0-1 0,0 1 0,0 0 0,0-1 0,0 1 0,0-1 0,3-1 0,8-4 0,-1 0 0,0 0 0,-1-2 0,12-7 0,9-6 0,-18 13-170,-1 2-1,1 0 0,0 0 1,1 2-1,-1 0 0,1 0 1,29-2-1,-29 5-6655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11:05.286"/>
    </inkml:context>
    <inkml:brush xml:id="br0">
      <inkml:brushProperty name="width" value="0.05" units="cm"/>
      <inkml:brushProperty name="height" value="0.05" units="cm"/>
      <inkml:brushProperty name="color" value="#E71224"/>
    </inkml:brush>
  </inkml:definitions>
  <inkml:trace contextRef="#ctx0" brushRef="#br0">1 537 24575,'1'-6'0,"1"0"0,0 1 0,0-1 0,1 0 0,-1 1 0,1 0 0,0 0 0,1 0 0,-1 0 0,1 0 0,5-5 0,10-14 0,126-182 0,-92 140 0,-40 53 0,-1 0 0,-1-1 0,0 0 0,-1-1 0,-1 0 0,0-1 0,10-25 0,-18 40 0,-1 1 0,1-1 0,-1 0 0,0 0 0,1 1 0,-1-1 0,0 0 0,1 0 0,-1 1 0,0-1 0,0 0 0,0 0 0,0 0 0,0 1 0,0-1 0,0 0 0,0 0 0,0 0 0,0 1 0,0-1 0,0 0 0,-1 0 0,1 0 0,0 1 0,0-1 0,-1 0 0,1 1 0,-1-1 0,1 0 0,-1 1 0,1-1 0,-1 0 0,1 1 0,-1-1 0,0 1 0,1-1 0,-1 1 0,1-1 0,-1 1 0,0-1 0,0 1 0,1 0 0,-1-1 0,0 1 0,0 0 0,0 0 0,1 0 0,-1 0 0,0-1 0,0 1 0,0 0 0,1 0 0,-1 1 0,0-1 0,0 0 0,-1 0 0,-1 1 0,-1 0 0,1 0 0,0 0 0,0 0 0,-1 1 0,1-1 0,0 1 0,0-1 0,1 1 0,-1 0 0,0 1 0,-4 3 0,-35 47-1365,37-43-5461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11:07.049"/>
    </inkml:context>
    <inkml:brush xml:id="br0">
      <inkml:brushProperty name="width" value="0.05" units="cm"/>
      <inkml:brushProperty name="height" value="0.05" units="cm"/>
      <inkml:brushProperty name="color" value="#E71224"/>
    </inkml:brush>
  </inkml:definitions>
  <inkml:trace contextRef="#ctx0" brushRef="#br0">73 130 24575,'-5'-6'0,"1"0"0,-1-1 0,2 1 0,-1-1 0,1 0 0,-1 0 0,2 0 0,-4-14 0,-12-26 0,18 46 0,0 1 0,0 0 0,-1-1 0,1 1 0,0 0 0,0-1 0,0 1 0,0 0 0,0-1 0,0 1 0,0 0 0,-1-1 0,1 1 0,0 0 0,0 0 0,0-1 0,-1 1 0,1 0 0,0 0 0,0-1 0,-1 1 0,1 0 0,0 0 0,0 0 0,-1 0 0,1-1 0,0 1 0,-1 0 0,1 0 0,0 0 0,-1 0 0,1 0 0,0 0 0,-1 0 0,1 0 0,0 0 0,0 0 0,-1 0 0,1 0 0,0 0 0,-1 0 0,1 0 0,-1 0 0,-5 17 0,4 24 0,3-32 0,0 0 0,0 1 0,1-1 0,0 0 0,0 0 0,1 0 0,0 0 0,9 15 0,-10-20 0,0-1 0,1 1 0,-1-1 0,1 0 0,0 0 0,0 0 0,0 0 0,1-1 0,-1 1 0,1-1 0,-1 0 0,1 0 0,0 0 0,-1 0 0,1-1 0,0 1 0,0-1 0,0 0 0,1 0 0,-1-1 0,6 1 0,17-1-341,-1-1 0,0-2-1,45-9 1,-58 9-6485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11:08.554"/>
    </inkml:context>
    <inkml:brush xml:id="br0">
      <inkml:brushProperty name="width" value="0.05" units="cm"/>
      <inkml:brushProperty name="height" value="0.05" units="cm"/>
      <inkml:brushProperty name="color" value="#E71224"/>
    </inkml:brush>
  </inkml:definitions>
  <inkml:trace contextRef="#ctx0" brushRef="#br0">0 0 24575,'3'0'0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02:11:10.790"/>
    </inkml:context>
    <inkml:brush xml:id="br0">
      <inkml:brushProperty name="width" value="0.05" units="cm"/>
      <inkml:brushProperty name="height" value="0.05" units="cm"/>
      <inkml:brushProperty name="color" value="#E71224"/>
    </inkml:brush>
  </inkml:definitions>
  <inkml:trace contextRef="#ctx0" brushRef="#br0">947 1 24575,'-7'0'0,"0"1"0,1 0 0,-1 0 0,1 1 0,-1 0 0,1 0 0,-1 1 0,1-1 0,0 1 0,0 1 0,-9 6 0,-8 7 0,-31 31 0,-3 2 0,4-9 0,24-18 0,-1-1 0,-40 23 0,4-7 0,50-26 0,-1-2 0,1-1 0,-2 0 0,1-1 0,-1 0 0,0-2 0,-1 0 0,0-1 0,-23 3 0,-65 9 0,80-11 0,1-1 0,-1-1 0,-37 0 0,63-4 0,0 0 0,-1 0 0,1 0 0,0 0 0,0 0 0,0 0 0,-1 0 0,1 0 0,0-1 0,0 1 0,0 0 0,0-1 0,0 1 0,-1-1 0,1 1 0,0-1 0,0 0 0,0 1 0,0-1 0,0 0 0,1 0 0,-1 1 0,0-1 0,-1-1 0,2 0 0,0 1 0,0 0 0,0 0 0,0-1 0,0 1 0,1 0 0,-1 0 0,0 0 0,0 0 0,1-1 0,-1 1 0,1 0 0,-1 0 0,1 0 0,0 0 0,-1 0 0,1 0 0,0 0 0,1-1 0,8-9 0,1 0 0,23-18 0,-24 21 0,-9 7 0,0 1 0,-1-1 0,1 0 0,0 0 0,0 0 0,0 1 0,-1-1 0,1 0 0,0 1 0,0-1 0,0 1 0,0-1 0,0 1 0,0 0 0,0-1 0,0 1 0,1 0 0,-1 0 0,1-1 0,-4 19 0,-30 44 0,25-48 0,6-13 0,-1 1 0,1-1 0,0 1 0,1 0 0,-1 0 0,0-1 0,0 1 0,1 0 0,-1 0 0,1 0 0,-1 0 0,1 0 0,0 0 0,0 0 0,0 0 0,0 0 0,0 0 0,1 2 0,1-2 0,0 0 0,0 0 0,0 0 0,0 0 0,1 0 0,-1-1 0,1 1 0,-1-1 0,1 1 0,0-1 0,3 1 0,-3 0 0,10 3 33,1 0 0,-1-1 0,17 3 0,30 11-1530,-45-11-5329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197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is only what you do most days—not every admin feature.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can use email, you can do this.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DB3DF-BC01-9A20-E070-F45B34730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11703-8C88-E754-1A02-8B74986CB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66A49E-2F3D-4BBA-C9E3-0E2FC7932CA6}"/>
              </a:ext>
            </a:extLst>
          </p:cNvPr>
          <p:cNvSpPr>
            <a:spLocks noGrp="1"/>
          </p:cNvSpPr>
          <p:nvPr>
            <p:ph type="body" sz="quarter" idx="3"/>
          </p:nvPr>
        </p:nvSpPr>
        <p:spPr/>
        <p:txBody>
          <a:bodyPr/>
          <a:lstStyle/>
          <a:p>
            <a:r>
              <a:t>This is the only front door they need for planning.</a:t>
            </a:r>
          </a:p>
        </p:txBody>
      </p:sp>
      <p:sp>
        <p:nvSpPr>
          <p:cNvPr id="4" name="Slide Number Placeholder 3">
            <a:extLst>
              <a:ext uri="{FF2B5EF4-FFF2-40B4-BE49-F238E27FC236}">
                <a16:creationId xmlns:a16="http://schemas.microsoft.com/office/drawing/2014/main" id="{ACDD4D56-0BC8-CF4C-139E-958B6FCFA4FC}"/>
              </a:ext>
            </a:extLst>
          </p:cNvPr>
          <p:cNvSpPr>
            <a:spLocks noGrp="1"/>
          </p:cNvSpPr>
          <p:nvPr>
            <p:ph type="sldNum" sz="quarter" idx="5"/>
          </p:nvPr>
        </p:nvSpPr>
        <p:spPr/>
      </p:sp>
    </p:spTree>
    <p:extLst>
      <p:ext uri="{BB962C8B-B14F-4D97-AF65-F5344CB8AC3E}">
        <p14:creationId xmlns:p14="http://schemas.microsoft.com/office/powerpoint/2010/main" val="10332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7BBF6-694F-D255-243F-2E749F618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9A85B-7E96-0FDB-6022-C318966606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7918218-C8DF-D384-687B-9A0DDE49ABA5}"/>
              </a:ext>
            </a:extLst>
          </p:cNvPr>
          <p:cNvSpPr>
            <a:spLocks noGrp="1"/>
          </p:cNvSpPr>
          <p:nvPr>
            <p:ph type="body" sz="quarter" idx="3"/>
          </p:nvPr>
        </p:nvSpPr>
        <p:spPr/>
        <p:txBody>
          <a:bodyPr/>
          <a:lstStyle/>
          <a:p>
            <a:r>
              <a:t>This is the only front door they need for planning.</a:t>
            </a:r>
          </a:p>
        </p:txBody>
      </p:sp>
      <p:sp>
        <p:nvSpPr>
          <p:cNvPr id="4" name="Slide Number Placeholder 3">
            <a:extLst>
              <a:ext uri="{FF2B5EF4-FFF2-40B4-BE49-F238E27FC236}">
                <a16:creationId xmlns:a16="http://schemas.microsoft.com/office/drawing/2014/main" id="{ABB9089D-03D2-B1A6-8639-E7F50A6022D2}"/>
              </a:ext>
            </a:extLst>
          </p:cNvPr>
          <p:cNvSpPr>
            <a:spLocks noGrp="1"/>
          </p:cNvSpPr>
          <p:nvPr>
            <p:ph type="sldNum" sz="quarter" idx="5"/>
          </p:nvPr>
        </p:nvSpPr>
        <p:spPr/>
      </p:sp>
    </p:spTree>
    <p:extLst>
      <p:ext uri="{BB962C8B-B14F-4D97-AF65-F5344CB8AC3E}">
        <p14:creationId xmlns:p14="http://schemas.microsoft.com/office/powerpoint/2010/main" val="3377128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8DD6-0FE9-1A44-877E-F54520B3D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01F7D-D75A-BE61-1496-062C15F8001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235D790-FC1C-13E7-ABB6-460AFFD3A907}"/>
              </a:ext>
            </a:extLst>
          </p:cNvPr>
          <p:cNvSpPr>
            <a:spLocks noGrp="1"/>
          </p:cNvSpPr>
          <p:nvPr>
            <p:ph type="body" sz="quarter" idx="3"/>
          </p:nvPr>
        </p:nvSpPr>
        <p:spPr/>
        <p:txBody>
          <a:bodyPr/>
          <a:lstStyle/>
          <a:p>
            <a:r>
              <a:t>This is the only front door they need for planning.</a:t>
            </a:r>
          </a:p>
        </p:txBody>
      </p:sp>
      <p:sp>
        <p:nvSpPr>
          <p:cNvPr id="4" name="Slide Number Placeholder 3">
            <a:extLst>
              <a:ext uri="{FF2B5EF4-FFF2-40B4-BE49-F238E27FC236}">
                <a16:creationId xmlns:a16="http://schemas.microsoft.com/office/drawing/2014/main" id="{98292F5A-1BF4-F324-B27E-2994F141D119}"/>
              </a:ext>
            </a:extLst>
          </p:cNvPr>
          <p:cNvSpPr>
            <a:spLocks noGrp="1"/>
          </p:cNvSpPr>
          <p:nvPr>
            <p:ph type="sldNum" sz="quarter" idx="5"/>
          </p:nvPr>
        </p:nvSpPr>
        <p:spPr/>
      </p:sp>
    </p:spTree>
    <p:extLst>
      <p:ext uri="{BB962C8B-B14F-4D97-AF65-F5344CB8AC3E}">
        <p14:creationId xmlns:p14="http://schemas.microsoft.com/office/powerpoint/2010/main" val="505835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DE2EF-BA3A-25A3-A65B-BB892178A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DB7E1-1017-EB63-B5AB-92F1DAC43BF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E5E7751-6A55-84D3-ED34-819CA081AE9D}"/>
              </a:ext>
            </a:extLst>
          </p:cNvPr>
          <p:cNvSpPr>
            <a:spLocks noGrp="1"/>
          </p:cNvSpPr>
          <p:nvPr>
            <p:ph type="body" sz="quarter" idx="3"/>
          </p:nvPr>
        </p:nvSpPr>
        <p:spPr/>
        <p:txBody>
          <a:bodyPr/>
          <a:lstStyle/>
          <a:p>
            <a:r>
              <a:t>This is the only front door they need for planning.</a:t>
            </a:r>
          </a:p>
        </p:txBody>
      </p:sp>
      <p:sp>
        <p:nvSpPr>
          <p:cNvPr id="4" name="Slide Number Placeholder 3">
            <a:extLst>
              <a:ext uri="{FF2B5EF4-FFF2-40B4-BE49-F238E27FC236}">
                <a16:creationId xmlns:a16="http://schemas.microsoft.com/office/drawing/2014/main" id="{5CD8A336-E34D-B4A4-A64D-243357A4D6C0}"/>
              </a:ext>
            </a:extLst>
          </p:cNvPr>
          <p:cNvSpPr>
            <a:spLocks noGrp="1"/>
          </p:cNvSpPr>
          <p:nvPr>
            <p:ph type="sldNum" sz="quarter" idx="5"/>
          </p:nvPr>
        </p:nvSpPr>
        <p:spPr/>
      </p:sp>
    </p:spTree>
    <p:extLst>
      <p:ext uri="{BB962C8B-B14F-4D97-AF65-F5344CB8AC3E}">
        <p14:creationId xmlns:p14="http://schemas.microsoft.com/office/powerpoint/2010/main" val="1330758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66AE-A100-0E39-5E42-CB2D8446D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B409B-C776-6AE0-B10F-71682802A0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9A488B9-E834-D0D1-9735-92CCB164C1B2}"/>
              </a:ext>
            </a:extLst>
          </p:cNvPr>
          <p:cNvSpPr>
            <a:spLocks noGrp="1"/>
          </p:cNvSpPr>
          <p:nvPr>
            <p:ph type="body" sz="quarter" idx="3"/>
          </p:nvPr>
        </p:nvSpPr>
        <p:spPr/>
        <p:txBody>
          <a:bodyPr/>
          <a:lstStyle/>
          <a:p>
            <a:r>
              <a:t>This is the only front door they need for planning.</a:t>
            </a:r>
          </a:p>
        </p:txBody>
      </p:sp>
      <p:sp>
        <p:nvSpPr>
          <p:cNvPr id="4" name="Slide Number Placeholder 3">
            <a:extLst>
              <a:ext uri="{FF2B5EF4-FFF2-40B4-BE49-F238E27FC236}">
                <a16:creationId xmlns:a16="http://schemas.microsoft.com/office/drawing/2014/main" id="{19AF99D4-D189-A943-F142-5EC45B4417D4}"/>
              </a:ext>
            </a:extLst>
          </p:cNvPr>
          <p:cNvSpPr>
            <a:spLocks noGrp="1"/>
          </p:cNvSpPr>
          <p:nvPr>
            <p:ph type="sldNum" sz="quarter" idx="5"/>
          </p:nvPr>
        </p:nvSpPr>
        <p:spPr/>
      </p:sp>
    </p:spTree>
    <p:extLst>
      <p:ext uri="{BB962C8B-B14F-4D97-AF65-F5344CB8AC3E}">
        <p14:creationId xmlns:p14="http://schemas.microsoft.com/office/powerpoint/2010/main" val="1479041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only front door they need for planning.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Date, Time, Class, Status are enough—they don't need every column.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Weekly + today's anchor for Monday planning; Daily on teaching days.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Scan status summary pills above the table when present.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session at a time—same steps every class.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slide is the daily checklist.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 section is missing, focus on what you see on screen.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Save before switching sessions or closing the browser tab.</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Status is not the same as attendance—you need both where required.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how you know you're caught up for the week.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Normalize asking for help—reduces fear of breaking the app.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Offer 5 minutes hands-on if training is in person.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qualizer.up.railway.app/"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0.png"/><Relationship Id="rId18" Type="http://schemas.openxmlformats.org/officeDocument/2006/relationships/customXml" Target="../ink/ink7.xml"/><Relationship Id="rId3" Type="http://schemas.openxmlformats.org/officeDocument/2006/relationships/image" Target="../media/image4.png"/><Relationship Id="rId21" Type="http://schemas.openxmlformats.org/officeDocument/2006/relationships/image" Target="../media/image14.png"/><Relationship Id="rId7" Type="http://schemas.openxmlformats.org/officeDocument/2006/relationships/image" Target="../media/image7.png"/><Relationship Id="rId12" Type="http://schemas.openxmlformats.org/officeDocument/2006/relationships/customXml" Target="../ink/ink4.xml"/><Relationship Id="rId17" Type="http://schemas.openxmlformats.org/officeDocument/2006/relationships/image" Target="../media/image12.png"/><Relationship Id="rId2" Type="http://schemas.openxmlformats.org/officeDocument/2006/relationships/notesSlide" Target="../notesSlides/notesSlide5.xml"/><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5.png"/><Relationship Id="rId10" Type="http://schemas.openxmlformats.org/officeDocument/2006/relationships/customXml" Target="../ink/ink3.xml"/><Relationship Id="rId19"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customXml" Target="../ink/ink5.xml"/><Relationship Id="rId22" Type="http://schemas.openxmlformats.org/officeDocument/2006/relationships/customXml" Target="../ink/ink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8FF"/>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9607117" cy="1949252"/>
          </a:xfrm>
          <a:prstGeom prst="rect">
            <a:avLst/>
          </a:prstGeom>
          <a:noFill/>
        </p:spPr>
        <p:txBody>
          <a:bodyPr wrap="none">
            <a:spAutoFit/>
          </a:bodyPr>
          <a:lstStyle/>
          <a:p>
            <a:pPr>
              <a:defRPr sz="4400" b="1">
                <a:solidFill>
                  <a:srgbClr val="212529"/>
                </a:solidFill>
                <a:latin typeface="Segoe UI"/>
              </a:defRPr>
            </a:pPr>
            <a:r>
              <a:rPr dirty="0"/>
              <a:t>Your daily routine in the school app</a:t>
            </a:r>
          </a:p>
          <a:p>
            <a:pPr>
              <a:spcBef>
                <a:spcPts val="1600"/>
              </a:spcBef>
              <a:defRPr sz="2400">
                <a:solidFill>
                  <a:srgbClr val="0D6EFD"/>
                </a:solidFill>
                <a:latin typeface="Segoe UI"/>
              </a:defRPr>
            </a:pPr>
            <a:r>
              <a:rPr lang="en-US" dirty="0"/>
              <a:t>Quick and Detailed Manual/Instructions</a:t>
            </a:r>
            <a:endParaRPr dirty="0"/>
          </a:p>
          <a:p>
            <a:pPr>
              <a:spcBef>
                <a:spcPts val="2800"/>
              </a:spcBef>
              <a:defRPr sz="1600">
                <a:solidFill>
                  <a:srgbClr val="6C757D"/>
                </a:solidFill>
                <a:latin typeface="Segoe UI"/>
              </a:defRPr>
            </a:pPr>
            <a:r>
              <a:rPr dirty="0"/>
              <a:t>For </a:t>
            </a:r>
            <a:r>
              <a:rPr lang="en-US" dirty="0"/>
              <a:t>T</a:t>
            </a:r>
            <a:r>
              <a:rPr dirty="0"/>
              <a:t>eachers</a:t>
            </a:r>
            <a:r>
              <a:rPr lang="en-US" dirty="0"/>
              <a:t>/Instructors</a:t>
            </a:r>
          </a:p>
        </p:txBody>
      </p:sp>
      <p:sp>
        <p:nvSpPr>
          <p:cNvPr id="4" name="Rectangle 3"/>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lang="en-US" dirty="0"/>
              <a:t>AMIN PAKNEJAD</a:t>
            </a:r>
            <a:endParaRPr dirty="0"/>
          </a:p>
        </p:txBody>
      </p:sp>
      <p:pic>
        <p:nvPicPr>
          <p:cNvPr id="6" name="Picture 5">
            <a:extLst>
              <a:ext uri="{FF2B5EF4-FFF2-40B4-BE49-F238E27FC236}">
                <a16:creationId xmlns:a16="http://schemas.microsoft.com/office/drawing/2014/main" id="{FBCB3A9F-E0B6-7B98-CA3A-67D94A226D08}"/>
              </a:ext>
            </a:extLst>
          </p:cNvPr>
          <p:cNvPicPr>
            <a:picLocks noChangeAspect="1"/>
          </p:cNvPicPr>
          <p:nvPr/>
        </p:nvPicPr>
        <p:blipFill>
          <a:blip r:embed="rId3"/>
          <a:stretch>
            <a:fillRect/>
          </a:stretch>
        </p:blipFill>
        <p:spPr>
          <a:xfrm>
            <a:off x="822959" y="305386"/>
            <a:ext cx="4572407" cy="10824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What you'll learn</a:t>
            </a:r>
          </a:p>
        </p:txBody>
      </p:sp>
      <p:sp>
        <p:nvSpPr>
          <p:cNvPr id="3" name="TextBox 2"/>
          <p:cNvSpPr txBox="1"/>
          <p:nvPr/>
        </p:nvSpPr>
        <p:spPr>
          <a:xfrm>
            <a:off x="594360" y="1508760"/>
            <a:ext cx="10515600" cy="4754880"/>
          </a:xfrm>
          <a:prstGeom prst="rect">
            <a:avLst/>
          </a:prstGeom>
          <a:noFill/>
        </p:spPr>
        <p:txBody>
          <a:bodyPr wrap="square">
            <a:spAutoFit/>
          </a:bodyPr>
          <a:lstStyle/>
          <a:p>
            <a:pPr>
              <a:spcAft>
                <a:spcPts val="1000"/>
              </a:spcAft>
              <a:defRPr sz="2000">
                <a:solidFill>
                  <a:srgbClr val="212529"/>
                </a:solidFill>
                <a:latin typeface="Segoe UI"/>
              </a:defRPr>
            </a:pPr>
            <a:r>
              <a:rPr dirty="0"/>
              <a:t>Find your sessions for today or this week</a:t>
            </a:r>
          </a:p>
          <a:p>
            <a:pPr>
              <a:spcAft>
                <a:spcPts val="1000"/>
              </a:spcAft>
              <a:defRPr sz="2000">
                <a:solidFill>
                  <a:srgbClr val="212529"/>
                </a:solidFill>
                <a:latin typeface="Segoe UI"/>
              </a:defRPr>
            </a:pPr>
            <a:r>
              <a:rPr dirty="0"/>
              <a:t>Open Manage Session for each class</a:t>
            </a:r>
          </a:p>
          <a:p>
            <a:pPr>
              <a:spcAft>
                <a:spcPts val="1000"/>
              </a:spcAft>
              <a:defRPr sz="2000">
                <a:solidFill>
                  <a:srgbClr val="212529"/>
                </a:solidFill>
                <a:latin typeface="Segoe UI"/>
              </a:defRPr>
            </a:pPr>
            <a:r>
              <a:rPr dirty="0"/>
              <a:t>Finish with the right session status (Completed) and Save session</a:t>
            </a:r>
          </a:p>
        </p:txBody>
      </p:sp>
      <p:sp>
        <p:nvSpPr>
          <p:cNvPr id="4" name="Rectangle 3"/>
          <p:cNvSpPr/>
          <p:nvPr/>
        </p:nvSpPr>
        <p:spPr>
          <a:xfrm>
            <a:off x="1097280" y="5029200"/>
            <a:ext cx="2560320" cy="1005840"/>
          </a:xfrm>
          <a:prstGeom prst="rect">
            <a:avLst/>
          </a:prstGeom>
          <a:solidFill>
            <a:srgbClr val="F3F8FF"/>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0D6EFD"/>
                </a:solidFill>
              </a:defRPr>
            </a:pPr>
            <a:r>
              <a:rPr lang="en-US" dirty="0"/>
              <a:t>My </a:t>
            </a:r>
            <a:r>
              <a:rPr dirty="0"/>
              <a:t>Schedule</a:t>
            </a:r>
          </a:p>
        </p:txBody>
      </p:sp>
      <p:sp>
        <p:nvSpPr>
          <p:cNvPr id="5" name="Rectangle 4"/>
          <p:cNvSpPr/>
          <p:nvPr/>
        </p:nvSpPr>
        <p:spPr>
          <a:xfrm>
            <a:off x="4572000" y="5029200"/>
            <a:ext cx="2560320" cy="1005840"/>
          </a:xfrm>
          <a:prstGeom prst="rect">
            <a:avLst/>
          </a:prstGeom>
          <a:solidFill>
            <a:srgbClr val="F3F8FF"/>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0D6EFD"/>
                </a:solidFill>
              </a:defRPr>
            </a:pPr>
            <a:r>
              <a:rPr lang="en-US" dirty="0"/>
              <a:t>Pick Session/</a:t>
            </a:r>
            <a:r>
              <a:rPr dirty="0"/>
              <a:t>Class</a:t>
            </a:r>
          </a:p>
        </p:txBody>
      </p:sp>
      <p:sp>
        <p:nvSpPr>
          <p:cNvPr id="6" name="Rectangle 5"/>
          <p:cNvSpPr/>
          <p:nvPr/>
        </p:nvSpPr>
        <p:spPr>
          <a:xfrm>
            <a:off x="8046719" y="5029200"/>
            <a:ext cx="2560320" cy="1005840"/>
          </a:xfrm>
          <a:prstGeom prst="rect">
            <a:avLst/>
          </a:prstGeom>
          <a:solidFill>
            <a:srgbClr val="F3F8FF"/>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0D6EFD"/>
                </a:solidFill>
              </a:defRPr>
            </a:pPr>
            <a:r>
              <a:rPr lang="en-US" dirty="0"/>
              <a:t>Fill out required fields and </a:t>
            </a:r>
            <a:r>
              <a:rPr dirty="0"/>
              <a:t>Done</a:t>
            </a:r>
          </a:p>
        </p:txBody>
      </p:sp>
      <p:sp>
        <p:nvSpPr>
          <p:cNvPr id="7" name="Rectangle 6"/>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dirty="0"/>
              <a:t>Teacher daily routine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67287-B592-D0D8-14D9-2EAB21276C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75EFD6-5096-F1EB-FA74-EFA0AFEFBDCB}"/>
              </a:ext>
            </a:extLst>
          </p:cNvPr>
          <p:cNvSpPr txBox="1"/>
          <p:nvPr/>
        </p:nvSpPr>
        <p:spPr>
          <a:xfrm>
            <a:off x="548640" y="411480"/>
            <a:ext cx="11064240" cy="938719"/>
          </a:xfrm>
          <a:prstGeom prst="rect">
            <a:avLst/>
          </a:prstGeom>
          <a:noFill/>
        </p:spPr>
        <p:txBody>
          <a:bodyPr wrap="square">
            <a:spAutoFit/>
          </a:bodyPr>
          <a:lstStyle/>
          <a:p>
            <a:pPr>
              <a:defRPr sz="3200" b="1">
                <a:solidFill>
                  <a:srgbClr val="212529"/>
                </a:solidFill>
                <a:latin typeface="Segoe UI"/>
              </a:defRPr>
            </a:pPr>
            <a:r>
              <a:rPr dirty="0"/>
              <a:t>Where to start</a:t>
            </a:r>
          </a:p>
          <a:p>
            <a:pPr>
              <a:spcBef>
                <a:spcPts val="600"/>
              </a:spcBef>
              <a:defRPr sz="1800">
                <a:solidFill>
                  <a:srgbClr val="6C757D"/>
                </a:solidFill>
                <a:latin typeface="Segoe UI"/>
              </a:defRPr>
            </a:pPr>
            <a:r>
              <a:rPr lang="en-US" dirty="0"/>
              <a:t>How to get to the </a:t>
            </a:r>
            <a:r>
              <a:rPr dirty="0"/>
              <a:t>School dashboard</a:t>
            </a:r>
          </a:p>
        </p:txBody>
      </p:sp>
      <p:sp>
        <p:nvSpPr>
          <p:cNvPr id="3" name="TextBox 2">
            <a:extLst>
              <a:ext uri="{FF2B5EF4-FFF2-40B4-BE49-F238E27FC236}">
                <a16:creationId xmlns:a16="http://schemas.microsoft.com/office/drawing/2014/main" id="{FF47C2F2-E825-C0E0-F3B1-F087B69734AF}"/>
              </a:ext>
            </a:extLst>
          </p:cNvPr>
          <p:cNvSpPr txBox="1"/>
          <p:nvPr/>
        </p:nvSpPr>
        <p:spPr>
          <a:xfrm>
            <a:off x="594360" y="1417320"/>
            <a:ext cx="4992660" cy="4555093"/>
          </a:xfrm>
          <a:prstGeom prst="rect">
            <a:avLst/>
          </a:prstGeom>
          <a:noFill/>
        </p:spPr>
        <p:txBody>
          <a:bodyPr wrap="square">
            <a:spAutoFit/>
          </a:bodyPr>
          <a:lstStyle/>
          <a:p>
            <a:pPr>
              <a:spcAft>
                <a:spcPts val="1000"/>
              </a:spcAft>
              <a:defRPr sz="2000">
                <a:solidFill>
                  <a:srgbClr val="212529"/>
                </a:solidFill>
                <a:latin typeface="Segoe UI"/>
              </a:defRPr>
            </a:pPr>
            <a:r>
              <a:rPr b="1" dirty="0"/>
              <a:t>Log in</a:t>
            </a:r>
            <a:r>
              <a:rPr lang="en-US" b="1" dirty="0"/>
              <a:t> into the app</a:t>
            </a:r>
            <a:r>
              <a:rPr lang="en-US" dirty="0"/>
              <a:t>.</a:t>
            </a:r>
          </a:p>
          <a:p>
            <a:pPr>
              <a:spcAft>
                <a:spcPts val="1000"/>
              </a:spcAft>
              <a:defRPr sz="2000">
                <a:solidFill>
                  <a:srgbClr val="212529"/>
                </a:solidFill>
                <a:latin typeface="Segoe UI"/>
              </a:defRPr>
            </a:pPr>
            <a:r>
              <a:rPr lang="en-US" dirty="0"/>
              <a:t>1- Open your internet browser and type in this URL in the address bar:</a:t>
            </a:r>
          </a:p>
          <a:p>
            <a:pPr>
              <a:spcAft>
                <a:spcPts val="1000"/>
              </a:spcAft>
              <a:defRPr sz="2000">
                <a:solidFill>
                  <a:srgbClr val="212529"/>
                </a:solidFill>
                <a:latin typeface="Segoe UI"/>
              </a:defRPr>
            </a:pPr>
            <a:r>
              <a:rPr lang="en-US" b="1" dirty="0">
                <a:hlinkClick r:id="rId3"/>
              </a:rPr>
              <a:t>https://equalizer.up.railway.app/</a:t>
            </a:r>
            <a:r>
              <a:rPr lang="en-US" b="1" dirty="0"/>
              <a:t> </a:t>
            </a:r>
          </a:p>
          <a:p>
            <a:pPr>
              <a:spcAft>
                <a:spcPts val="1000"/>
              </a:spcAft>
              <a:defRPr sz="2000">
                <a:solidFill>
                  <a:srgbClr val="212529"/>
                </a:solidFill>
                <a:latin typeface="Segoe UI"/>
              </a:defRPr>
            </a:pPr>
            <a:endParaRPr lang="en-US" dirty="0"/>
          </a:p>
          <a:p>
            <a:pPr>
              <a:spcAft>
                <a:spcPts val="1000"/>
              </a:spcAft>
              <a:defRPr sz="2000">
                <a:solidFill>
                  <a:srgbClr val="212529"/>
                </a:solidFill>
                <a:latin typeface="Segoe UI"/>
              </a:defRPr>
            </a:pPr>
            <a:r>
              <a:rPr lang="en-US" dirty="0"/>
              <a:t>2- Click on the </a:t>
            </a:r>
            <a:r>
              <a:rPr lang="en-US" b="1" dirty="0"/>
              <a:t>Sign In </a:t>
            </a:r>
            <a:r>
              <a:rPr lang="en-US" dirty="0"/>
              <a:t>option in the main menu.</a:t>
            </a:r>
          </a:p>
          <a:p>
            <a:pPr>
              <a:spcAft>
                <a:spcPts val="1000"/>
              </a:spcAft>
              <a:defRPr sz="2000">
                <a:solidFill>
                  <a:srgbClr val="212529"/>
                </a:solidFill>
                <a:latin typeface="Segoe UI"/>
              </a:defRPr>
            </a:pPr>
            <a:endParaRPr lang="en-US" dirty="0"/>
          </a:p>
          <a:p>
            <a:pPr>
              <a:spcAft>
                <a:spcPts val="1000"/>
              </a:spcAft>
              <a:defRPr sz="2000">
                <a:solidFill>
                  <a:srgbClr val="212529"/>
                </a:solidFill>
                <a:latin typeface="Segoe UI"/>
              </a:defRPr>
            </a:pPr>
            <a:r>
              <a:rPr lang="en-US" dirty="0"/>
              <a:t>3- On the </a:t>
            </a:r>
            <a:r>
              <a:rPr lang="en-US" b="1" dirty="0"/>
              <a:t>Login</a:t>
            </a:r>
            <a:r>
              <a:rPr lang="en-US" dirty="0"/>
              <a:t> page click on </a:t>
            </a:r>
            <a:r>
              <a:rPr lang="en-US" b="1" dirty="0"/>
              <a:t>Microsoft</a:t>
            </a:r>
            <a:r>
              <a:rPr lang="en-US" dirty="0"/>
              <a:t> to log in with your official </a:t>
            </a:r>
            <a:r>
              <a:rPr lang="en-US" b="1" dirty="0"/>
              <a:t>Equilibrium</a:t>
            </a:r>
            <a:r>
              <a:rPr lang="en-US" dirty="0"/>
              <a:t> email account. Then follow the on-screen steps to log in into the app.</a:t>
            </a:r>
            <a:endParaRPr dirty="0"/>
          </a:p>
        </p:txBody>
      </p:sp>
      <p:sp>
        <p:nvSpPr>
          <p:cNvPr id="5" name="Rectangle 4">
            <a:extLst>
              <a:ext uri="{FF2B5EF4-FFF2-40B4-BE49-F238E27FC236}">
                <a16:creationId xmlns:a16="http://schemas.microsoft.com/office/drawing/2014/main" id="{564B2A67-B4D9-E26D-BE15-AA4010D348E8}"/>
              </a:ext>
            </a:extLst>
          </p:cNvPr>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lang="en-US" dirty="0"/>
              <a:t>Where to start</a:t>
            </a:r>
            <a:endParaRPr dirty="0"/>
          </a:p>
        </p:txBody>
      </p:sp>
      <p:pic>
        <p:nvPicPr>
          <p:cNvPr id="7" name="Picture 6">
            <a:extLst>
              <a:ext uri="{FF2B5EF4-FFF2-40B4-BE49-F238E27FC236}">
                <a16:creationId xmlns:a16="http://schemas.microsoft.com/office/drawing/2014/main" id="{4F657E50-F2DC-70EC-64F7-D4E64EE49B0A}"/>
              </a:ext>
            </a:extLst>
          </p:cNvPr>
          <p:cNvPicPr>
            <a:picLocks noChangeAspect="1"/>
          </p:cNvPicPr>
          <p:nvPr/>
        </p:nvPicPr>
        <p:blipFill>
          <a:blip r:embed="rId4"/>
          <a:srcRect t="-120" b="51531"/>
          <a:stretch>
            <a:fillRect/>
          </a:stretch>
        </p:blipFill>
        <p:spPr>
          <a:xfrm>
            <a:off x="5792871" y="236385"/>
            <a:ext cx="6025860" cy="2663757"/>
          </a:xfrm>
          <a:custGeom>
            <a:avLst/>
            <a:gdLst>
              <a:gd name="csX0" fmla="*/ 0 w 6025860"/>
              <a:gd name="csY0" fmla="*/ 0 h 2663757"/>
              <a:gd name="csX1" fmla="*/ 668323 w 6025860"/>
              <a:gd name="csY1" fmla="*/ 0 h 2663757"/>
              <a:gd name="csX2" fmla="*/ 1336645 w 6025860"/>
              <a:gd name="csY2" fmla="*/ 0 h 2663757"/>
              <a:gd name="csX3" fmla="*/ 1884451 w 6025860"/>
              <a:gd name="csY3" fmla="*/ 0 h 2663757"/>
              <a:gd name="csX4" fmla="*/ 2552773 w 6025860"/>
              <a:gd name="csY4" fmla="*/ 0 h 2663757"/>
              <a:gd name="csX5" fmla="*/ 3160837 w 6025860"/>
              <a:gd name="csY5" fmla="*/ 0 h 2663757"/>
              <a:gd name="csX6" fmla="*/ 3648384 w 6025860"/>
              <a:gd name="csY6" fmla="*/ 0 h 2663757"/>
              <a:gd name="csX7" fmla="*/ 4316707 w 6025860"/>
              <a:gd name="csY7" fmla="*/ 0 h 2663757"/>
              <a:gd name="csX8" fmla="*/ 4985030 w 6025860"/>
              <a:gd name="csY8" fmla="*/ 0 h 2663757"/>
              <a:gd name="csX9" fmla="*/ 5532835 w 6025860"/>
              <a:gd name="csY9" fmla="*/ 0 h 2663757"/>
              <a:gd name="csX10" fmla="*/ 6025860 w 6025860"/>
              <a:gd name="csY10" fmla="*/ 0 h 2663757"/>
              <a:gd name="csX11" fmla="*/ 6025860 w 6025860"/>
              <a:gd name="csY11" fmla="*/ 586027 h 2663757"/>
              <a:gd name="csX12" fmla="*/ 6025860 w 6025860"/>
              <a:gd name="csY12" fmla="*/ 1038865 h 2663757"/>
              <a:gd name="csX13" fmla="*/ 6025860 w 6025860"/>
              <a:gd name="csY13" fmla="*/ 1518341 h 2663757"/>
              <a:gd name="csX14" fmla="*/ 6025860 w 6025860"/>
              <a:gd name="csY14" fmla="*/ 2104368 h 2663757"/>
              <a:gd name="csX15" fmla="*/ 6025860 w 6025860"/>
              <a:gd name="csY15" fmla="*/ 2663757 h 2663757"/>
              <a:gd name="csX16" fmla="*/ 5478055 w 6025860"/>
              <a:gd name="csY16" fmla="*/ 2663757 h 2663757"/>
              <a:gd name="csX17" fmla="*/ 4930249 w 6025860"/>
              <a:gd name="csY17" fmla="*/ 2663757 h 2663757"/>
              <a:gd name="csX18" fmla="*/ 4563219 w 6025860"/>
              <a:gd name="csY18" fmla="*/ 2663757 h 2663757"/>
              <a:gd name="csX19" fmla="*/ 3894897 w 6025860"/>
              <a:gd name="csY19" fmla="*/ 2663757 h 2663757"/>
              <a:gd name="csX20" fmla="*/ 3226574 w 6025860"/>
              <a:gd name="csY20" fmla="*/ 2663757 h 2663757"/>
              <a:gd name="csX21" fmla="*/ 2618510 w 6025860"/>
              <a:gd name="csY21" fmla="*/ 2663757 h 2663757"/>
              <a:gd name="csX22" fmla="*/ 2191222 w 6025860"/>
              <a:gd name="csY22" fmla="*/ 2663757 h 2663757"/>
              <a:gd name="csX23" fmla="*/ 1824192 w 6025860"/>
              <a:gd name="csY23" fmla="*/ 2663757 h 2663757"/>
              <a:gd name="csX24" fmla="*/ 1216128 w 6025860"/>
              <a:gd name="csY24" fmla="*/ 2663757 h 2663757"/>
              <a:gd name="csX25" fmla="*/ 668323 w 6025860"/>
              <a:gd name="csY25" fmla="*/ 2663757 h 2663757"/>
              <a:gd name="csX26" fmla="*/ 0 w 6025860"/>
              <a:gd name="csY26" fmla="*/ 2663757 h 2663757"/>
              <a:gd name="csX27" fmla="*/ 0 w 6025860"/>
              <a:gd name="csY27" fmla="*/ 2210918 h 2663757"/>
              <a:gd name="csX28" fmla="*/ 0 w 6025860"/>
              <a:gd name="csY28" fmla="*/ 1678167 h 2663757"/>
              <a:gd name="csX29" fmla="*/ 0 w 6025860"/>
              <a:gd name="csY29" fmla="*/ 1118778 h 2663757"/>
              <a:gd name="csX30" fmla="*/ 0 w 6025860"/>
              <a:gd name="csY30" fmla="*/ 532751 h 2663757"/>
              <a:gd name="csX31" fmla="*/ 0 w 6025860"/>
              <a:gd name="csY31" fmla="*/ 0 h 2663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6025860" h="2663757" fill="none" extrusionOk="0">
                <a:moveTo>
                  <a:pt x="0" y="0"/>
                </a:moveTo>
                <a:cubicBezTo>
                  <a:pt x="208063" y="-24816"/>
                  <a:pt x="376897" y="69494"/>
                  <a:pt x="668323" y="0"/>
                </a:cubicBezTo>
                <a:cubicBezTo>
                  <a:pt x="959749" y="-69494"/>
                  <a:pt x="1032535" y="76244"/>
                  <a:pt x="1336645" y="0"/>
                </a:cubicBezTo>
                <a:cubicBezTo>
                  <a:pt x="1640755" y="-76244"/>
                  <a:pt x="1701752" y="21343"/>
                  <a:pt x="1884451" y="0"/>
                </a:cubicBezTo>
                <a:cubicBezTo>
                  <a:pt x="2067150" y="-21343"/>
                  <a:pt x="2410568" y="72997"/>
                  <a:pt x="2552773" y="0"/>
                </a:cubicBezTo>
                <a:cubicBezTo>
                  <a:pt x="2694978" y="-72997"/>
                  <a:pt x="2975964" y="50580"/>
                  <a:pt x="3160837" y="0"/>
                </a:cubicBezTo>
                <a:cubicBezTo>
                  <a:pt x="3345710" y="-50580"/>
                  <a:pt x="3479511" y="11786"/>
                  <a:pt x="3648384" y="0"/>
                </a:cubicBezTo>
                <a:cubicBezTo>
                  <a:pt x="3817257" y="-11786"/>
                  <a:pt x="4085632" y="47371"/>
                  <a:pt x="4316707" y="0"/>
                </a:cubicBezTo>
                <a:cubicBezTo>
                  <a:pt x="4547782" y="-47371"/>
                  <a:pt x="4791646" y="21735"/>
                  <a:pt x="4985030" y="0"/>
                </a:cubicBezTo>
                <a:cubicBezTo>
                  <a:pt x="5178414" y="-21735"/>
                  <a:pt x="5263067" y="36646"/>
                  <a:pt x="5532835" y="0"/>
                </a:cubicBezTo>
                <a:cubicBezTo>
                  <a:pt x="5802604" y="-36646"/>
                  <a:pt x="5833300" y="56689"/>
                  <a:pt x="6025860" y="0"/>
                </a:cubicBezTo>
                <a:cubicBezTo>
                  <a:pt x="6049617" y="261189"/>
                  <a:pt x="5979360" y="397144"/>
                  <a:pt x="6025860" y="586027"/>
                </a:cubicBezTo>
                <a:cubicBezTo>
                  <a:pt x="6072360" y="774910"/>
                  <a:pt x="6014738" y="905780"/>
                  <a:pt x="6025860" y="1038865"/>
                </a:cubicBezTo>
                <a:cubicBezTo>
                  <a:pt x="6036982" y="1171950"/>
                  <a:pt x="6012192" y="1320711"/>
                  <a:pt x="6025860" y="1518341"/>
                </a:cubicBezTo>
                <a:cubicBezTo>
                  <a:pt x="6039528" y="1715971"/>
                  <a:pt x="6002856" y="1856884"/>
                  <a:pt x="6025860" y="2104368"/>
                </a:cubicBezTo>
                <a:cubicBezTo>
                  <a:pt x="6048864" y="2351852"/>
                  <a:pt x="5968931" y="2408874"/>
                  <a:pt x="6025860" y="2663757"/>
                </a:cubicBezTo>
                <a:cubicBezTo>
                  <a:pt x="5861010" y="2674712"/>
                  <a:pt x="5664147" y="2659784"/>
                  <a:pt x="5478055" y="2663757"/>
                </a:cubicBezTo>
                <a:cubicBezTo>
                  <a:pt x="5291963" y="2667730"/>
                  <a:pt x="5135530" y="2633764"/>
                  <a:pt x="4930249" y="2663757"/>
                </a:cubicBezTo>
                <a:cubicBezTo>
                  <a:pt x="4724968" y="2693750"/>
                  <a:pt x="4706864" y="2623027"/>
                  <a:pt x="4563219" y="2663757"/>
                </a:cubicBezTo>
                <a:cubicBezTo>
                  <a:pt x="4419574" y="2704487"/>
                  <a:pt x="4194805" y="2650449"/>
                  <a:pt x="3894897" y="2663757"/>
                </a:cubicBezTo>
                <a:cubicBezTo>
                  <a:pt x="3594989" y="2677065"/>
                  <a:pt x="3369395" y="2586646"/>
                  <a:pt x="3226574" y="2663757"/>
                </a:cubicBezTo>
                <a:cubicBezTo>
                  <a:pt x="3083753" y="2740868"/>
                  <a:pt x="2832701" y="2658468"/>
                  <a:pt x="2618510" y="2663757"/>
                </a:cubicBezTo>
                <a:cubicBezTo>
                  <a:pt x="2404319" y="2669046"/>
                  <a:pt x="2295006" y="2653042"/>
                  <a:pt x="2191222" y="2663757"/>
                </a:cubicBezTo>
                <a:cubicBezTo>
                  <a:pt x="2087438" y="2674472"/>
                  <a:pt x="1924800" y="2644747"/>
                  <a:pt x="1824192" y="2663757"/>
                </a:cubicBezTo>
                <a:cubicBezTo>
                  <a:pt x="1723584" y="2682767"/>
                  <a:pt x="1499992" y="2609596"/>
                  <a:pt x="1216128" y="2663757"/>
                </a:cubicBezTo>
                <a:cubicBezTo>
                  <a:pt x="932264" y="2717918"/>
                  <a:pt x="925677" y="2598858"/>
                  <a:pt x="668323" y="2663757"/>
                </a:cubicBezTo>
                <a:cubicBezTo>
                  <a:pt x="410970" y="2728656"/>
                  <a:pt x="186217" y="2633455"/>
                  <a:pt x="0" y="2663757"/>
                </a:cubicBezTo>
                <a:cubicBezTo>
                  <a:pt x="-31585" y="2511604"/>
                  <a:pt x="16010" y="2426500"/>
                  <a:pt x="0" y="2210918"/>
                </a:cubicBezTo>
                <a:cubicBezTo>
                  <a:pt x="-16010" y="1995336"/>
                  <a:pt x="47129" y="1885902"/>
                  <a:pt x="0" y="1678167"/>
                </a:cubicBezTo>
                <a:cubicBezTo>
                  <a:pt x="-47129" y="1470432"/>
                  <a:pt x="25653" y="1294669"/>
                  <a:pt x="0" y="1118778"/>
                </a:cubicBezTo>
                <a:cubicBezTo>
                  <a:pt x="-25653" y="942887"/>
                  <a:pt x="19480" y="674036"/>
                  <a:pt x="0" y="532751"/>
                </a:cubicBezTo>
                <a:cubicBezTo>
                  <a:pt x="-19480" y="391466"/>
                  <a:pt x="28292" y="110989"/>
                  <a:pt x="0" y="0"/>
                </a:cubicBezTo>
                <a:close/>
              </a:path>
              <a:path w="6025860" h="2663757" stroke="0" extrusionOk="0">
                <a:moveTo>
                  <a:pt x="0" y="0"/>
                </a:moveTo>
                <a:cubicBezTo>
                  <a:pt x="282745" y="-77267"/>
                  <a:pt x="383110" y="36890"/>
                  <a:pt x="668323" y="0"/>
                </a:cubicBezTo>
                <a:cubicBezTo>
                  <a:pt x="953536" y="-36890"/>
                  <a:pt x="977229" y="14291"/>
                  <a:pt x="1155870" y="0"/>
                </a:cubicBezTo>
                <a:cubicBezTo>
                  <a:pt x="1334511" y="-14291"/>
                  <a:pt x="1393066" y="26040"/>
                  <a:pt x="1522899" y="0"/>
                </a:cubicBezTo>
                <a:cubicBezTo>
                  <a:pt x="1652732" y="-26040"/>
                  <a:pt x="1814026" y="32549"/>
                  <a:pt x="1950187" y="0"/>
                </a:cubicBezTo>
                <a:cubicBezTo>
                  <a:pt x="2086348" y="-32549"/>
                  <a:pt x="2227692" y="23026"/>
                  <a:pt x="2377476" y="0"/>
                </a:cubicBezTo>
                <a:cubicBezTo>
                  <a:pt x="2527260" y="-23026"/>
                  <a:pt x="2588166" y="27939"/>
                  <a:pt x="2744505" y="0"/>
                </a:cubicBezTo>
                <a:cubicBezTo>
                  <a:pt x="2900844" y="-27939"/>
                  <a:pt x="3016184" y="1251"/>
                  <a:pt x="3111535" y="0"/>
                </a:cubicBezTo>
                <a:cubicBezTo>
                  <a:pt x="3206886" y="-1251"/>
                  <a:pt x="3435369" y="31017"/>
                  <a:pt x="3719599" y="0"/>
                </a:cubicBezTo>
                <a:cubicBezTo>
                  <a:pt x="4003829" y="-31017"/>
                  <a:pt x="3923784" y="31236"/>
                  <a:pt x="4086629" y="0"/>
                </a:cubicBezTo>
                <a:cubicBezTo>
                  <a:pt x="4249474" y="-31236"/>
                  <a:pt x="4387715" y="56076"/>
                  <a:pt x="4634434" y="0"/>
                </a:cubicBezTo>
                <a:cubicBezTo>
                  <a:pt x="4881154" y="-56076"/>
                  <a:pt x="5066576" y="25963"/>
                  <a:pt x="5182240" y="0"/>
                </a:cubicBezTo>
                <a:cubicBezTo>
                  <a:pt x="5297904" y="-25963"/>
                  <a:pt x="5424655" y="37547"/>
                  <a:pt x="5549269" y="0"/>
                </a:cubicBezTo>
                <a:cubicBezTo>
                  <a:pt x="5673883" y="-37547"/>
                  <a:pt x="5842050" y="53567"/>
                  <a:pt x="6025860" y="0"/>
                </a:cubicBezTo>
                <a:cubicBezTo>
                  <a:pt x="6069553" y="229985"/>
                  <a:pt x="6009339" y="321833"/>
                  <a:pt x="6025860" y="559389"/>
                </a:cubicBezTo>
                <a:cubicBezTo>
                  <a:pt x="6042381" y="796945"/>
                  <a:pt x="6014733" y="937380"/>
                  <a:pt x="6025860" y="1065503"/>
                </a:cubicBezTo>
                <a:cubicBezTo>
                  <a:pt x="6036987" y="1193626"/>
                  <a:pt x="5987668" y="1368329"/>
                  <a:pt x="6025860" y="1651529"/>
                </a:cubicBezTo>
                <a:cubicBezTo>
                  <a:pt x="6064052" y="1934729"/>
                  <a:pt x="5976432" y="2067023"/>
                  <a:pt x="6025860" y="2184281"/>
                </a:cubicBezTo>
                <a:cubicBezTo>
                  <a:pt x="6075288" y="2301539"/>
                  <a:pt x="5974777" y="2426556"/>
                  <a:pt x="6025860" y="2663757"/>
                </a:cubicBezTo>
                <a:cubicBezTo>
                  <a:pt x="5907634" y="2694104"/>
                  <a:pt x="5665650" y="2649243"/>
                  <a:pt x="5538313" y="2663757"/>
                </a:cubicBezTo>
                <a:cubicBezTo>
                  <a:pt x="5410976" y="2678271"/>
                  <a:pt x="5158160" y="2641519"/>
                  <a:pt x="5050766" y="2663757"/>
                </a:cubicBezTo>
                <a:cubicBezTo>
                  <a:pt x="4943372" y="2685995"/>
                  <a:pt x="4811987" y="2645679"/>
                  <a:pt x="4683737" y="2663757"/>
                </a:cubicBezTo>
                <a:cubicBezTo>
                  <a:pt x="4555487" y="2681835"/>
                  <a:pt x="4441517" y="2614218"/>
                  <a:pt x="4256448" y="2663757"/>
                </a:cubicBezTo>
                <a:cubicBezTo>
                  <a:pt x="4071379" y="2713296"/>
                  <a:pt x="3917515" y="2651504"/>
                  <a:pt x="3708643" y="2663757"/>
                </a:cubicBezTo>
                <a:cubicBezTo>
                  <a:pt x="3499772" y="2676010"/>
                  <a:pt x="3492534" y="2655400"/>
                  <a:pt x="3281355" y="2663757"/>
                </a:cubicBezTo>
                <a:cubicBezTo>
                  <a:pt x="3070176" y="2672114"/>
                  <a:pt x="2939823" y="2609251"/>
                  <a:pt x="2733549" y="2663757"/>
                </a:cubicBezTo>
                <a:cubicBezTo>
                  <a:pt x="2527275" y="2718263"/>
                  <a:pt x="2360344" y="2611714"/>
                  <a:pt x="2125485" y="2663757"/>
                </a:cubicBezTo>
                <a:cubicBezTo>
                  <a:pt x="1890626" y="2715800"/>
                  <a:pt x="1750134" y="2662749"/>
                  <a:pt x="1637938" y="2663757"/>
                </a:cubicBezTo>
                <a:cubicBezTo>
                  <a:pt x="1525742" y="2664765"/>
                  <a:pt x="1391686" y="2615758"/>
                  <a:pt x="1210650" y="2663757"/>
                </a:cubicBezTo>
                <a:cubicBezTo>
                  <a:pt x="1029614" y="2711756"/>
                  <a:pt x="961966" y="2624458"/>
                  <a:pt x="843620" y="2663757"/>
                </a:cubicBezTo>
                <a:cubicBezTo>
                  <a:pt x="725274" y="2703056"/>
                  <a:pt x="568487" y="2661954"/>
                  <a:pt x="476591" y="2663757"/>
                </a:cubicBezTo>
                <a:cubicBezTo>
                  <a:pt x="384695" y="2665560"/>
                  <a:pt x="150672" y="2654411"/>
                  <a:pt x="0" y="2663757"/>
                </a:cubicBezTo>
                <a:cubicBezTo>
                  <a:pt x="-23635" y="2472510"/>
                  <a:pt x="12684" y="2385442"/>
                  <a:pt x="0" y="2184281"/>
                </a:cubicBezTo>
                <a:cubicBezTo>
                  <a:pt x="-12684" y="1983120"/>
                  <a:pt x="65642" y="1853304"/>
                  <a:pt x="0" y="1624892"/>
                </a:cubicBezTo>
                <a:cubicBezTo>
                  <a:pt x="-65642" y="1396480"/>
                  <a:pt x="34669" y="1303255"/>
                  <a:pt x="0" y="1172053"/>
                </a:cubicBezTo>
                <a:cubicBezTo>
                  <a:pt x="-34669" y="1040851"/>
                  <a:pt x="34647" y="839807"/>
                  <a:pt x="0" y="639302"/>
                </a:cubicBezTo>
                <a:cubicBezTo>
                  <a:pt x="-34647" y="438797"/>
                  <a:pt x="62592" y="314478"/>
                  <a:pt x="0" y="0"/>
                </a:cubicBezTo>
                <a:close/>
              </a:path>
            </a:pathLst>
          </a:custGeom>
          <a:ln w="3175">
            <a:solidFill>
              <a:schemeClr val="tx1"/>
            </a:solidFill>
            <a:extLst>
              <a:ext uri="{C807C97D-BFC1-408E-A445-0C87EB9F89A2}">
                <ask:lineSketchStyleProps xmlns:ask="http://schemas.microsoft.com/office/drawing/2018/sketchyshapes" sd="2913149387">
                  <a:prstGeom prst="rect">
                    <a:avLst/>
                  </a:prstGeom>
                  <ask:type>
                    <ask:lineSketchScribble/>
                  </ask:type>
                </ask:lineSketchStyleProps>
              </a:ext>
            </a:extLst>
          </a:ln>
        </p:spPr>
      </p:pic>
      <p:sp>
        <p:nvSpPr>
          <p:cNvPr id="9" name="Rectangle 8">
            <a:extLst>
              <a:ext uri="{FF2B5EF4-FFF2-40B4-BE49-F238E27FC236}">
                <a16:creationId xmlns:a16="http://schemas.microsoft.com/office/drawing/2014/main" id="{F04C6D5C-A4EC-F4D3-5062-25D1DE765729}"/>
              </a:ext>
            </a:extLst>
          </p:cNvPr>
          <p:cNvSpPr/>
          <p:nvPr/>
        </p:nvSpPr>
        <p:spPr>
          <a:xfrm>
            <a:off x="6095847" y="382624"/>
            <a:ext cx="1783404" cy="24108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4C3C67-DC26-C60B-F981-0CB3A3E0FFFE}"/>
              </a:ext>
            </a:extLst>
          </p:cNvPr>
          <p:cNvSpPr/>
          <p:nvPr/>
        </p:nvSpPr>
        <p:spPr>
          <a:xfrm>
            <a:off x="9124544" y="1395599"/>
            <a:ext cx="382621" cy="25210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Star: 8 Points 23">
            <a:extLst>
              <a:ext uri="{FF2B5EF4-FFF2-40B4-BE49-F238E27FC236}">
                <a16:creationId xmlns:a16="http://schemas.microsoft.com/office/drawing/2014/main" id="{904BD6DA-DA5F-44AA-3DD9-CFBB6FC5B5DD}"/>
              </a:ext>
            </a:extLst>
          </p:cNvPr>
          <p:cNvSpPr/>
          <p:nvPr/>
        </p:nvSpPr>
        <p:spPr>
          <a:xfrm>
            <a:off x="7412476" y="19458"/>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1</a:t>
            </a:r>
          </a:p>
        </p:txBody>
      </p:sp>
      <p:sp>
        <p:nvSpPr>
          <p:cNvPr id="26" name="Star: 8 Points 25">
            <a:extLst>
              <a:ext uri="{FF2B5EF4-FFF2-40B4-BE49-F238E27FC236}">
                <a16:creationId xmlns:a16="http://schemas.microsoft.com/office/drawing/2014/main" id="{671D9EDE-682F-35D4-1AE2-3105BB8A056B}"/>
              </a:ext>
            </a:extLst>
          </p:cNvPr>
          <p:cNvSpPr/>
          <p:nvPr/>
        </p:nvSpPr>
        <p:spPr>
          <a:xfrm>
            <a:off x="9406646" y="1064860"/>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2</a:t>
            </a:r>
          </a:p>
        </p:txBody>
      </p:sp>
      <p:pic>
        <p:nvPicPr>
          <p:cNvPr id="28" name="Picture 27">
            <a:extLst>
              <a:ext uri="{FF2B5EF4-FFF2-40B4-BE49-F238E27FC236}">
                <a16:creationId xmlns:a16="http://schemas.microsoft.com/office/drawing/2014/main" id="{7A337089-F6F9-8505-E580-317BBE96DF15}"/>
              </a:ext>
            </a:extLst>
          </p:cNvPr>
          <p:cNvPicPr>
            <a:picLocks noChangeAspect="1"/>
          </p:cNvPicPr>
          <p:nvPr/>
        </p:nvPicPr>
        <p:blipFill>
          <a:blip r:embed="rId5"/>
          <a:stretch>
            <a:fillRect/>
          </a:stretch>
        </p:blipFill>
        <p:spPr>
          <a:xfrm>
            <a:off x="5792871" y="3068264"/>
            <a:ext cx="6025860" cy="3497908"/>
          </a:xfrm>
          <a:custGeom>
            <a:avLst/>
            <a:gdLst>
              <a:gd name="csX0" fmla="*/ 0 w 6025860"/>
              <a:gd name="csY0" fmla="*/ 0 h 3497908"/>
              <a:gd name="csX1" fmla="*/ 669540 w 6025860"/>
              <a:gd name="csY1" fmla="*/ 0 h 3497908"/>
              <a:gd name="csX2" fmla="*/ 1339080 w 6025860"/>
              <a:gd name="csY2" fmla="*/ 0 h 3497908"/>
              <a:gd name="csX3" fmla="*/ 1888103 w 6025860"/>
              <a:gd name="csY3" fmla="*/ 0 h 3497908"/>
              <a:gd name="csX4" fmla="*/ 2617901 w 6025860"/>
              <a:gd name="csY4" fmla="*/ 0 h 3497908"/>
              <a:gd name="csX5" fmla="*/ 3227183 w 6025860"/>
              <a:gd name="csY5" fmla="*/ 0 h 3497908"/>
              <a:gd name="csX6" fmla="*/ 3836464 w 6025860"/>
              <a:gd name="csY6" fmla="*/ 0 h 3497908"/>
              <a:gd name="csX7" fmla="*/ 4325228 w 6025860"/>
              <a:gd name="csY7" fmla="*/ 0 h 3497908"/>
              <a:gd name="csX8" fmla="*/ 5055027 w 6025860"/>
              <a:gd name="csY8" fmla="*/ 0 h 3497908"/>
              <a:gd name="csX9" fmla="*/ 6025860 w 6025860"/>
              <a:gd name="csY9" fmla="*/ 0 h 3497908"/>
              <a:gd name="csX10" fmla="*/ 6025860 w 6025860"/>
              <a:gd name="csY10" fmla="*/ 594644 h 3497908"/>
              <a:gd name="csX11" fmla="*/ 6025860 w 6025860"/>
              <a:gd name="csY11" fmla="*/ 1294226 h 3497908"/>
              <a:gd name="csX12" fmla="*/ 6025860 w 6025860"/>
              <a:gd name="csY12" fmla="*/ 2063766 h 3497908"/>
              <a:gd name="csX13" fmla="*/ 6025860 w 6025860"/>
              <a:gd name="csY13" fmla="*/ 2658410 h 3497908"/>
              <a:gd name="csX14" fmla="*/ 6025860 w 6025860"/>
              <a:gd name="csY14" fmla="*/ 3497908 h 3497908"/>
              <a:gd name="csX15" fmla="*/ 5296061 w 6025860"/>
              <a:gd name="csY15" fmla="*/ 3497908 h 3497908"/>
              <a:gd name="csX16" fmla="*/ 4566263 w 6025860"/>
              <a:gd name="csY16" fmla="*/ 3497908 h 3497908"/>
              <a:gd name="csX17" fmla="*/ 3896723 w 6025860"/>
              <a:gd name="csY17" fmla="*/ 3497908 h 3497908"/>
              <a:gd name="csX18" fmla="*/ 3407959 w 6025860"/>
              <a:gd name="csY18" fmla="*/ 3497908 h 3497908"/>
              <a:gd name="csX19" fmla="*/ 2858936 w 6025860"/>
              <a:gd name="csY19" fmla="*/ 3497908 h 3497908"/>
              <a:gd name="csX20" fmla="*/ 2068879 w 6025860"/>
              <a:gd name="csY20" fmla="*/ 3497908 h 3497908"/>
              <a:gd name="csX21" fmla="*/ 1399339 w 6025860"/>
              <a:gd name="csY21" fmla="*/ 3497908 h 3497908"/>
              <a:gd name="csX22" fmla="*/ 910574 w 6025860"/>
              <a:gd name="csY22" fmla="*/ 3497908 h 3497908"/>
              <a:gd name="csX23" fmla="*/ 0 w 6025860"/>
              <a:gd name="csY23" fmla="*/ 3497908 h 3497908"/>
              <a:gd name="csX24" fmla="*/ 0 w 6025860"/>
              <a:gd name="csY24" fmla="*/ 2728368 h 3497908"/>
              <a:gd name="csX25" fmla="*/ 0 w 6025860"/>
              <a:gd name="csY25" fmla="*/ 2028787 h 3497908"/>
              <a:gd name="csX26" fmla="*/ 0 w 6025860"/>
              <a:gd name="csY26" fmla="*/ 1294226 h 3497908"/>
              <a:gd name="csX27" fmla="*/ 0 w 6025860"/>
              <a:gd name="csY27" fmla="*/ 0 h 349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025860" h="3497908" fill="none" extrusionOk="0">
                <a:moveTo>
                  <a:pt x="0" y="0"/>
                </a:moveTo>
                <a:cubicBezTo>
                  <a:pt x="181882" y="5051"/>
                  <a:pt x="476139" y="-22828"/>
                  <a:pt x="669540" y="0"/>
                </a:cubicBezTo>
                <a:cubicBezTo>
                  <a:pt x="862941" y="22828"/>
                  <a:pt x="1042287" y="-1008"/>
                  <a:pt x="1339080" y="0"/>
                </a:cubicBezTo>
                <a:cubicBezTo>
                  <a:pt x="1635873" y="1008"/>
                  <a:pt x="1744825" y="26776"/>
                  <a:pt x="1888103" y="0"/>
                </a:cubicBezTo>
                <a:cubicBezTo>
                  <a:pt x="2031381" y="-26776"/>
                  <a:pt x="2308822" y="8901"/>
                  <a:pt x="2617901" y="0"/>
                </a:cubicBezTo>
                <a:cubicBezTo>
                  <a:pt x="2926980" y="-8901"/>
                  <a:pt x="2933270" y="-18232"/>
                  <a:pt x="3227183" y="0"/>
                </a:cubicBezTo>
                <a:cubicBezTo>
                  <a:pt x="3521096" y="18232"/>
                  <a:pt x="3610607" y="15288"/>
                  <a:pt x="3836464" y="0"/>
                </a:cubicBezTo>
                <a:cubicBezTo>
                  <a:pt x="4062321" y="-15288"/>
                  <a:pt x="4184894" y="-8282"/>
                  <a:pt x="4325228" y="0"/>
                </a:cubicBezTo>
                <a:cubicBezTo>
                  <a:pt x="4465562" y="8282"/>
                  <a:pt x="4740297" y="-7021"/>
                  <a:pt x="5055027" y="0"/>
                </a:cubicBezTo>
                <a:cubicBezTo>
                  <a:pt x="5369757" y="7021"/>
                  <a:pt x="5789535" y="-9282"/>
                  <a:pt x="6025860" y="0"/>
                </a:cubicBezTo>
                <a:cubicBezTo>
                  <a:pt x="6048856" y="244821"/>
                  <a:pt x="6001572" y="437232"/>
                  <a:pt x="6025860" y="594644"/>
                </a:cubicBezTo>
                <a:cubicBezTo>
                  <a:pt x="6050148" y="752056"/>
                  <a:pt x="6036838" y="1115843"/>
                  <a:pt x="6025860" y="1294226"/>
                </a:cubicBezTo>
                <a:cubicBezTo>
                  <a:pt x="6014882" y="1472609"/>
                  <a:pt x="5994939" y="1874533"/>
                  <a:pt x="6025860" y="2063766"/>
                </a:cubicBezTo>
                <a:cubicBezTo>
                  <a:pt x="6056781" y="2252999"/>
                  <a:pt x="6047516" y="2536423"/>
                  <a:pt x="6025860" y="2658410"/>
                </a:cubicBezTo>
                <a:cubicBezTo>
                  <a:pt x="6004204" y="2780397"/>
                  <a:pt x="6030096" y="3260647"/>
                  <a:pt x="6025860" y="3497908"/>
                </a:cubicBezTo>
                <a:cubicBezTo>
                  <a:pt x="5823038" y="3461837"/>
                  <a:pt x="5470114" y="3533763"/>
                  <a:pt x="5296061" y="3497908"/>
                </a:cubicBezTo>
                <a:cubicBezTo>
                  <a:pt x="5122008" y="3462053"/>
                  <a:pt x="4790376" y="3527381"/>
                  <a:pt x="4566263" y="3497908"/>
                </a:cubicBezTo>
                <a:cubicBezTo>
                  <a:pt x="4342150" y="3468435"/>
                  <a:pt x="4034754" y="3530131"/>
                  <a:pt x="3896723" y="3497908"/>
                </a:cubicBezTo>
                <a:cubicBezTo>
                  <a:pt x="3758692" y="3465685"/>
                  <a:pt x="3646995" y="3498129"/>
                  <a:pt x="3407959" y="3497908"/>
                </a:cubicBezTo>
                <a:cubicBezTo>
                  <a:pt x="3168923" y="3497687"/>
                  <a:pt x="3105587" y="3489308"/>
                  <a:pt x="2858936" y="3497908"/>
                </a:cubicBezTo>
                <a:cubicBezTo>
                  <a:pt x="2612285" y="3506508"/>
                  <a:pt x="2406823" y="3492321"/>
                  <a:pt x="2068879" y="3497908"/>
                </a:cubicBezTo>
                <a:cubicBezTo>
                  <a:pt x="1730935" y="3503495"/>
                  <a:pt x="1665954" y="3468508"/>
                  <a:pt x="1399339" y="3497908"/>
                </a:cubicBezTo>
                <a:cubicBezTo>
                  <a:pt x="1132724" y="3527308"/>
                  <a:pt x="1062202" y="3482623"/>
                  <a:pt x="910574" y="3497908"/>
                </a:cubicBezTo>
                <a:cubicBezTo>
                  <a:pt x="758946" y="3513193"/>
                  <a:pt x="355076" y="3513111"/>
                  <a:pt x="0" y="3497908"/>
                </a:cubicBezTo>
                <a:cubicBezTo>
                  <a:pt x="-33246" y="3292268"/>
                  <a:pt x="27066" y="3066853"/>
                  <a:pt x="0" y="2728368"/>
                </a:cubicBezTo>
                <a:cubicBezTo>
                  <a:pt x="-27066" y="2389883"/>
                  <a:pt x="-14326" y="2179033"/>
                  <a:pt x="0" y="2028787"/>
                </a:cubicBezTo>
                <a:cubicBezTo>
                  <a:pt x="14326" y="1878541"/>
                  <a:pt x="-122" y="1518317"/>
                  <a:pt x="0" y="1294226"/>
                </a:cubicBezTo>
                <a:cubicBezTo>
                  <a:pt x="122" y="1070135"/>
                  <a:pt x="26928" y="643223"/>
                  <a:pt x="0" y="0"/>
                </a:cubicBezTo>
                <a:close/>
              </a:path>
              <a:path w="6025860" h="3497908" stroke="0" extrusionOk="0">
                <a:moveTo>
                  <a:pt x="0" y="0"/>
                </a:moveTo>
                <a:cubicBezTo>
                  <a:pt x="257626" y="-12511"/>
                  <a:pt x="344898" y="23140"/>
                  <a:pt x="609281" y="0"/>
                </a:cubicBezTo>
                <a:cubicBezTo>
                  <a:pt x="873664" y="-23140"/>
                  <a:pt x="1034041" y="20264"/>
                  <a:pt x="1278821" y="0"/>
                </a:cubicBezTo>
                <a:cubicBezTo>
                  <a:pt x="1523601" y="-20264"/>
                  <a:pt x="1607989" y="5510"/>
                  <a:pt x="1888103" y="0"/>
                </a:cubicBezTo>
                <a:cubicBezTo>
                  <a:pt x="2168217" y="-5510"/>
                  <a:pt x="2398327" y="-11355"/>
                  <a:pt x="2678160" y="0"/>
                </a:cubicBezTo>
                <a:cubicBezTo>
                  <a:pt x="2957993" y="11355"/>
                  <a:pt x="3211561" y="-21982"/>
                  <a:pt x="3468217" y="0"/>
                </a:cubicBezTo>
                <a:cubicBezTo>
                  <a:pt x="3724873" y="21982"/>
                  <a:pt x="3834449" y="-20772"/>
                  <a:pt x="4198016" y="0"/>
                </a:cubicBezTo>
                <a:cubicBezTo>
                  <a:pt x="4561583" y="20772"/>
                  <a:pt x="4564628" y="-18641"/>
                  <a:pt x="4927814" y="0"/>
                </a:cubicBezTo>
                <a:cubicBezTo>
                  <a:pt x="5291000" y="18641"/>
                  <a:pt x="5521847" y="16002"/>
                  <a:pt x="6025860" y="0"/>
                </a:cubicBezTo>
                <a:cubicBezTo>
                  <a:pt x="6022422" y="242293"/>
                  <a:pt x="6028823" y="429907"/>
                  <a:pt x="6025860" y="629623"/>
                </a:cubicBezTo>
                <a:cubicBezTo>
                  <a:pt x="6022897" y="829339"/>
                  <a:pt x="6037083" y="1086392"/>
                  <a:pt x="6025860" y="1259247"/>
                </a:cubicBezTo>
                <a:cubicBezTo>
                  <a:pt x="6014637" y="1432102"/>
                  <a:pt x="5991463" y="1665553"/>
                  <a:pt x="6025860" y="1993808"/>
                </a:cubicBezTo>
                <a:cubicBezTo>
                  <a:pt x="6060257" y="2322063"/>
                  <a:pt x="6017701" y="2542966"/>
                  <a:pt x="6025860" y="2693389"/>
                </a:cubicBezTo>
                <a:cubicBezTo>
                  <a:pt x="6034019" y="2843812"/>
                  <a:pt x="6061949" y="3264778"/>
                  <a:pt x="6025860" y="3497908"/>
                </a:cubicBezTo>
                <a:cubicBezTo>
                  <a:pt x="5783794" y="3518249"/>
                  <a:pt x="5606218" y="3488515"/>
                  <a:pt x="5476837" y="3497908"/>
                </a:cubicBezTo>
                <a:cubicBezTo>
                  <a:pt x="5347456" y="3507301"/>
                  <a:pt x="5030303" y="3481281"/>
                  <a:pt x="4807297" y="3497908"/>
                </a:cubicBezTo>
                <a:cubicBezTo>
                  <a:pt x="4584291" y="3514535"/>
                  <a:pt x="4447132" y="3488023"/>
                  <a:pt x="4318533" y="3497908"/>
                </a:cubicBezTo>
                <a:cubicBezTo>
                  <a:pt x="4189934" y="3507793"/>
                  <a:pt x="3915115" y="3528902"/>
                  <a:pt x="3648993" y="3497908"/>
                </a:cubicBezTo>
                <a:cubicBezTo>
                  <a:pt x="3382871" y="3466914"/>
                  <a:pt x="3288421" y="3478941"/>
                  <a:pt x="3039712" y="3497908"/>
                </a:cubicBezTo>
                <a:cubicBezTo>
                  <a:pt x="2791003" y="3516875"/>
                  <a:pt x="2454780" y="3508595"/>
                  <a:pt x="2249654" y="3497908"/>
                </a:cubicBezTo>
                <a:cubicBezTo>
                  <a:pt x="2044528" y="3487221"/>
                  <a:pt x="1927900" y="3478341"/>
                  <a:pt x="1700632" y="3497908"/>
                </a:cubicBezTo>
                <a:cubicBezTo>
                  <a:pt x="1473364" y="3517475"/>
                  <a:pt x="1404494" y="3473876"/>
                  <a:pt x="1211867" y="3497908"/>
                </a:cubicBezTo>
                <a:cubicBezTo>
                  <a:pt x="1019241" y="3521940"/>
                  <a:pt x="383348" y="3447878"/>
                  <a:pt x="0" y="3497908"/>
                </a:cubicBezTo>
                <a:cubicBezTo>
                  <a:pt x="-271" y="3320812"/>
                  <a:pt x="-21624" y="3074983"/>
                  <a:pt x="0" y="2903264"/>
                </a:cubicBezTo>
                <a:cubicBezTo>
                  <a:pt x="21624" y="2731545"/>
                  <a:pt x="32450" y="2497163"/>
                  <a:pt x="0" y="2168703"/>
                </a:cubicBezTo>
                <a:cubicBezTo>
                  <a:pt x="-32450" y="1840243"/>
                  <a:pt x="-30685" y="1623745"/>
                  <a:pt x="0" y="1434142"/>
                </a:cubicBezTo>
                <a:cubicBezTo>
                  <a:pt x="30685" y="1244539"/>
                  <a:pt x="1926" y="887684"/>
                  <a:pt x="0" y="664603"/>
                </a:cubicBezTo>
                <a:cubicBezTo>
                  <a:pt x="-1926" y="441522"/>
                  <a:pt x="28119" y="303072"/>
                  <a:pt x="0" y="0"/>
                </a:cubicBezTo>
                <a:close/>
              </a:path>
            </a:pathLst>
          </a:custGeom>
          <a:ln>
            <a:solidFill>
              <a:schemeClr val="tx1"/>
            </a:solidFill>
            <a:extLst>
              <a:ext uri="{C807C97D-BFC1-408E-A445-0C87EB9F89A2}">
                <ask:lineSketchStyleProps xmlns:ask="http://schemas.microsoft.com/office/drawing/2018/sketchyshapes" sd="3596573595">
                  <a:prstGeom prst="rect">
                    <a:avLst/>
                  </a:prstGeom>
                  <ask:type>
                    <ask:lineSketchFreehand/>
                  </ask:type>
                </ask:lineSketchStyleProps>
              </a:ext>
            </a:extLst>
          </a:ln>
        </p:spPr>
      </p:pic>
      <p:sp>
        <p:nvSpPr>
          <p:cNvPr id="30" name="Rectangle 29">
            <a:extLst>
              <a:ext uri="{FF2B5EF4-FFF2-40B4-BE49-F238E27FC236}">
                <a16:creationId xmlns:a16="http://schemas.microsoft.com/office/drawing/2014/main" id="{6BF74AE1-FE25-9843-2E76-1FD745B3923B}"/>
              </a:ext>
            </a:extLst>
          </p:cNvPr>
          <p:cNvSpPr/>
          <p:nvPr/>
        </p:nvSpPr>
        <p:spPr>
          <a:xfrm>
            <a:off x="9085633" y="5659045"/>
            <a:ext cx="2512007" cy="33073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Star: 8 Points 31">
            <a:extLst>
              <a:ext uri="{FF2B5EF4-FFF2-40B4-BE49-F238E27FC236}">
                <a16:creationId xmlns:a16="http://schemas.microsoft.com/office/drawing/2014/main" id="{E00F3C19-2366-EC63-2B96-DDB7BBFF90B9}"/>
              </a:ext>
            </a:extLst>
          </p:cNvPr>
          <p:cNvSpPr/>
          <p:nvPr/>
        </p:nvSpPr>
        <p:spPr>
          <a:xfrm>
            <a:off x="8805801" y="5302610"/>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3</a:t>
            </a:r>
          </a:p>
        </p:txBody>
      </p:sp>
    </p:spTree>
    <p:extLst>
      <p:ext uri="{BB962C8B-B14F-4D97-AF65-F5344CB8AC3E}">
        <p14:creationId xmlns:p14="http://schemas.microsoft.com/office/powerpoint/2010/main" val="2185422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5762C-2BED-4037-E0C7-D0A75BC636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D13094-844D-D9D5-D66D-333E1D7E896D}"/>
              </a:ext>
            </a:extLst>
          </p:cNvPr>
          <p:cNvSpPr txBox="1"/>
          <p:nvPr/>
        </p:nvSpPr>
        <p:spPr>
          <a:xfrm>
            <a:off x="548640" y="411480"/>
            <a:ext cx="11064240" cy="938719"/>
          </a:xfrm>
          <a:prstGeom prst="rect">
            <a:avLst/>
          </a:prstGeom>
          <a:noFill/>
        </p:spPr>
        <p:txBody>
          <a:bodyPr wrap="square">
            <a:spAutoFit/>
          </a:bodyPr>
          <a:lstStyle/>
          <a:p>
            <a:pPr>
              <a:defRPr sz="3200" b="1">
                <a:solidFill>
                  <a:srgbClr val="212529"/>
                </a:solidFill>
                <a:latin typeface="Segoe UI"/>
              </a:defRPr>
            </a:pPr>
            <a:r>
              <a:rPr lang="en-US" dirty="0"/>
              <a:t>Main Dashboard Cards</a:t>
            </a:r>
          </a:p>
          <a:p>
            <a:pPr>
              <a:spcBef>
                <a:spcPts val="600"/>
              </a:spcBef>
              <a:defRPr sz="1800">
                <a:solidFill>
                  <a:srgbClr val="6C757D"/>
                </a:solidFill>
                <a:latin typeface="Segoe UI"/>
              </a:defRPr>
            </a:pPr>
            <a:r>
              <a:rPr lang="en-US" dirty="0"/>
              <a:t>School dashboard</a:t>
            </a:r>
          </a:p>
        </p:txBody>
      </p:sp>
      <p:sp>
        <p:nvSpPr>
          <p:cNvPr id="3" name="TextBox 2">
            <a:extLst>
              <a:ext uri="{FF2B5EF4-FFF2-40B4-BE49-F238E27FC236}">
                <a16:creationId xmlns:a16="http://schemas.microsoft.com/office/drawing/2014/main" id="{F36FE767-DBBB-6E6C-6D7F-0FE5A78F5C0B}"/>
              </a:ext>
            </a:extLst>
          </p:cNvPr>
          <p:cNvSpPr txBox="1"/>
          <p:nvPr/>
        </p:nvSpPr>
        <p:spPr>
          <a:xfrm>
            <a:off x="594360" y="1417320"/>
            <a:ext cx="5067138" cy="3939540"/>
          </a:xfrm>
          <a:prstGeom prst="rect">
            <a:avLst/>
          </a:prstGeom>
          <a:noFill/>
        </p:spPr>
        <p:txBody>
          <a:bodyPr wrap="square">
            <a:spAutoFit/>
          </a:bodyPr>
          <a:lstStyle/>
          <a:p>
            <a:pPr>
              <a:spcAft>
                <a:spcPts val="1000"/>
              </a:spcAft>
              <a:defRPr sz="2000">
                <a:solidFill>
                  <a:srgbClr val="212529"/>
                </a:solidFill>
                <a:latin typeface="Segoe UI"/>
              </a:defRPr>
            </a:pPr>
            <a:r>
              <a:rPr lang="en-US" sz="2000" dirty="0">
                <a:solidFill>
                  <a:srgbClr val="212529"/>
                </a:solidFill>
                <a:latin typeface="Segoe UI"/>
              </a:rPr>
              <a:t>After successful login, you will see your dashboard, similar the image on the right.</a:t>
            </a:r>
          </a:p>
          <a:p>
            <a:pPr>
              <a:spcAft>
                <a:spcPts val="1000"/>
              </a:spcAft>
              <a:defRPr sz="2000">
                <a:solidFill>
                  <a:srgbClr val="212529"/>
                </a:solidFill>
                <a:latin typeface="Segoe UI"/>
              </a:defRPr>
            </a:pPr>
            <a:r>
              <a:rPr lang="en-US" b="1" dirty="0"/>
              <a:t>Your Name and Profile image* </a:t>
            </a:r>
            <a:r>
              <a:rPr lang="en-US" dirty="0"/>
              <a:t>will be displayed on the </a:t>
            </a:r>
            <a:r>
              <a:rPr lang="en-US" b="1" dirty="0"/>
              <a:t>Site Header</a:t>
            </a:r>
            <a:r>
              <a:rPr lang="en-US" dirty="0"/>
              <a:t>.</a:t>
            </a:r>
          </a:p>
          <a:p>
            <a:pPr>
              <a:spcAft>
                <a:spcPts val="1000"/>
              </a:spcAft>
              <a:defRPr sz="2000">
                <a:solidFill>
                  <a:srgbClr val="212529"/>
                </a:solidFill>
                <a:latin typeface="Segoe UI"/>
              </a:defRPr>
            </a:pPr>
            <a:r>
              <a:rPr lang="en-US" dirty="0"/>
              <a:t>There are Four Cards** on the Main Dashboard page.</a:t>
            </a:r>
          </a:p>
          <a:p>
            <a:pPr marL="800100" lvl="1" indent="-342900">
              <a:spcAft>
                <a:spcPts val="1000"/>
              </a:spcAft>
              <a:buFont typeface="Arial" panose="020B0604020202020204" pitchFamily="34" charset="0"/>
              <a:buChar char="•"/>
              <a:defRPr sz="2000">
                <a:solidFill>
                  <a:srgbClr val="212529"/>
                </a:solidFill>
                <a:latin typeface="Segoe UI"/>
              </a:defRPr>
            </a:pPr>
            <a:r>
              <a:rPr lang="en-US" dirty="0"/>
              <a:t>MY SCHEDULE</a:t>
            </a:r>
          </a:p>
          <a:p>
            <a:pPr marL="800100" lvl="1" indent="-342900">
              <a:spcAft>
                <a:spcPts val="1000"/>
              </a:spcAft>
              <a:buFont typeface="Arial" panose="020B0604020202020204" pitchFamily="34" charset="0"/>
              <a:buChar char="•"/>
              <a:defRPr sz="2000">
                <a:solidFill>
                  <a:srgbClr val="212529"/>
                </a:solidFill>
                <a:latin typeface="Segoe UI"/>
              </a:defRPr>
            </a:pPr>
            <a:r>
              <a:rPr lang="en-US" dirty="0"/>
              <a:t>TIMESHEETS AND HOURS</a:t>
            </a:r>
          </a:p>
          <a:p>
            <a:pPr marL="800100" lvl="1" indent="-342900">
              <a:spcAft>
                <a:spcPts val="1000"/>
              </a:spcAft>
              <a:buFont typeface="Arial" panose="020B0604020202020204" pitchFamily="34" charset="0"/>
              <a:buChar char="•"/>
              <a:defRPr sz="2000">
                <a:solidFill>
                  <a:srgbClr val="212529"/>
                </a:solidFill>
                <a:latin typeface="Segoe UI"/>
              </a:defRPr>
            </a:pPr>
            <a:r>
              <a:rPr lang="en-US" dirty="0"/>
              <a:t>Classes and Sessions</a:t>
            </a:r>
          </a:p>
          <a:p>
            <a:pPr marL="800100" lvl="1" indent="-342900">
              <a:spcAft>
                <a:spcPts val="1000"/>
              </a:spcAft>
              <a:buFont typeface="Arial" panose="020B0604020202020204" pitchFamily="34" charset="0"/>
              <a:buChar char="•"/>
              <a:defRPr sz="2000">
                <a:solidFill>
                  <a:srgbClr val="212529"/>
                </a:solidFill>
                <a:latin typeface="Segoe UI"/>
              </a:defRPr>
            </a:pPr>
            <a:r>
              <a:rPr lang="en-US" dirty="0"/>
              <a:t>School Calendar</a:t>
            </a:r>
          </a:p>
        </p:txBody>
      </p:sp>
      <p:sp>
        <p:nvSpPr>
          <p:cNvPr id="5" name="Rectangle 4">
            <a:extLst>
              <a:ext uri="{FF2B5EF4-FFF2-40B4-BE49-F238E27FC236}">
                <a16:creationId xmlns:a16="http://schemas.microsoft.com/office/drawing/2014/main" id="{C0798364-195A-B7A4-5384-6A3022CD4AFC}"/>
              </a:ext>
            </a:extLst>
          </p:cNvPr>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lang="en-US" dirty="0"/>
              <a:t>Where to start</a:t>
            </a:r>
            <a:endParaRPr dirty="0"/>
          </a:p>
        </p:txBody>
      </p:sp>
      <p:pic>
        <p:nvPicPr>
          <p:cNvPr id="6" name="Picture 5">
            <a:extLst>
              <a:ext uri="{FF2B5EF4-FFF2-40B4-BE49-F238E27FC236}">
                <a16:creationId xmlns:a16="http://schemas.microsoft.com/office/drawing/2014/main" id="{4E955FE8-4C93-AA6E-3635-C6CCF4D0678B}"/>
              </a:ext>
            </a:extLst>
          </p:cNvPr>
          <p:cNvPicPr>
            <a:picLocks noChangeAspect="1"/>
          </p:cNvPicPr>
          <p:nvPr/>
        </p:nvPicPr>
        <p:blipFill>
          <a:blip r:embed="rId3"/>
          <a:srcRect t="10637" r="1959" b="4666"/>
          <a:stretch>
            <a:fillRect/>
          </a:stretch>
        </p:blipFill>
        <p:spPr>
          <a:xfrm>
            <a:off x="5839939" y="1106199"/>
            <a:ext cx="6010620" cy="3911492"/>
          </a:xfrm>
          <a:custGeom>
            <a:avLst/>
            <a:gdLst>
              <a:gd name="csX0" fmla="*/ 0 w 6010620"/>
              <a:gd name="csY0" fmla="*/ 0 h 3911492"/>
              <a:gd name="csX1" fmla="*/ 426208 w 6010620"/>
              <a:gd name="csY1" fmla="*/ 0 h 3911492"/>
              <a:gd name="csX2" fmla="*/ 792309 w 6010620"/>
              <a:gd name="csY2" fmla="*/ 0 h 3911492"/>
              <a:gd name="csX3" fmla="*/ 1338729 w 6010620"/>
              <a:gd name="csY3" fmla="*/ 0 h 3911492"/>
              <a:gd name="csX4" fmla="*/ 1704830 w 6010620"/>
              <a:gd name="csY4" fmla="*/ 0 h 3911492"/>
              <a:gd name="csX5" fmla="*/ 2371463 w 6010620"/>
              <a:gd name="csY5" fmla="*/ 0 h 3911492"/>
              <a:gd name="csX6" fmla="*/ 2737564 w 6010620"/>
              <a:gd name="csY6" fmla="*/ 0 h 3911492"/>
              <a:gd name="csX7" fmla="*/ 3223878 w 6010620"/>
              <a:gd name="csY7" fmla="*/ 0 h 3911492"/>
              <a:gd name="csX8" fmla="*/ 3589979 w 6010620"/>
              <a:gd name="csY8" fmla="*/ 0 h 3911492"/>
              <a:gd name="csX9" fmla="*/ 4136399 w 6010620"/>
              <a:gd name="csY9" fmla="*/ 0 h 3911492"/>
              <a:gd name="csX10" fmla="*/ 4803032 w 6010620"/>
              <a:gd name="csY10" fmla="*/ 0 h 3911492"/>
              <a:gd name="csX11" fmla="*/ 5229239 w 6010620"/>
              <a:gd name="csY11" fmla="*/ 0 h 3911492"/>
              <a:gd name="csX12" fmla="*/ 6010620 w 6010620"/>
              <a:gd name="csY12" fmla="*/ 0 h 3911492"/>
              <a:gd name="csX13" fmla="*/ 6010620 w 6010620"/>
              <a:gd name="csY13" fmla="*/ 637014 h 3911492"/>
              <a:gd name="csX14" fmla="*/ 6010620 w 6010620"/>
              <a:gd name="csY14" fmla="*/ 1078454 h 3911492"/>
              <a:gd name="csX15" fmla="*/ 6010620 w 6010620"/>
              <a:gd name="csY15" fmla="*/ 1598124 h 3911492"/>
              <a:gd name="csX16" fmla="*/ 6010620 w 6010620"/>
              <a:gd name="csY16" fmla="*/ 2156908 h 3911492"/>
              <a:gd name="csX17" fmla="*/ 6010620 w 6010620"/>
              <a:gd name="csY17" fmla="*/ 2598348 h 3911492"/>
              <a:gd name="csX18" fmla="*/ 6010620 w 6010620"/>
              <a:gd name="csY18" fmla="*/ 3078903 h 3911492"/>
              <a:gd name="csX19" fmla="*/ 6010620 w 6010620"/>
              <a:gd name="csY19" fmla="*/ 3911492 h 3911492"/>
              <a:gd name="csX20" fmla="*/ 5644519 w 6010620"/>
              <a:gd name="csY20" fmla="*/ 3911492 h 3911492"/>
              <a:gd name="csX21" fmla="*/ 5218311 w 6010620"/>
              <a:gd name="csY21" fmla="*/ 3911492 h 3911492"/>
              <a:gd name="csX22" fmla="*/ 4852210 w 6010620"/>
              <a:gd name="csY22" fmla="*/ 3911492 h 3911492"/>
              <a:gd name="csX23" fmla="*/ 4486108 w 6010620"/>
              <a:gd name="csY23" fmla="*/ 3911492 h 3911492"/>
              <a:gd name="csX24" fmla="*/ 3999794 w 6010620"/>
              <a:gd name="csY24" fmla="*/ 3911492 h 3911492"/>
              <a:gd name="csX25" fmla="*/ 3633693 w 6010620"/>
              <a:gd name="csY25" fmla="*/ 3911492 h 3911492"/>
              <a:gd name="csX26" fmla="*/ 3207485 w 6010620"/>
              <a:gd name="csY26" fmla="*/ 3911492 h 3911492"/>
              <a:gd name="csX27" fmla="*/ 2841384 w 6010620"/>
              <a:gd name="csY27" fmla="*/ 3911492 h 3911492"/>
              <a:gd name="csX28" fmla="*/ 2294964 w 6010620"/>
              <a:gd name="csY28" fmla="*/ 3911492 h 3911492"/>
              <a:gd name="csX29" fmla="*/ 1688438 w 6010620"/>
              <a:gd name="csY29" fmla="*/ 3911492 h 3911492"/>
              <a:gd name="csX30" fmla="*/ 1322336 w 6010620"/>
              <a:gd name="csY30" fmla="*/ 3911492 h 3911492"/>
              <a:gd name="csX31" fmla="*/ 655704 w 6010620"/>
              <a:gd name="csY31" fmla="*/ 3911492 h 3911492"/>
              <a:gd name="csX32" fmla="*/ 0 w 6010620"/>
              <a:gd name="csY32" fmla="*/ 3911492 h 3911492"/>
              <a:gd name="csX33" fmla="*/ 0 w 6010620"/>
              <a:gd name="csY33" fmla="*/ 3391822 h 3911492"/>
              <a:gd name="csX34" fmla="*/ 0 w 6010620"/>
              <a:gd name="csY34" fmla="*/ 2911268 h 3911492"/>
              <a:gd name="csX35" fmla="*/ 0 w 6010620"/>
              <a:gd name="csY35" fmla="*/ 2469828 h 3911492"/>
              <a:gd name="csX36" fmla="*/ 0 w 6010620"/>
              <a:gd name="csY36" fmla="*/ 1832813 h 3911492"/>
              <a:gd name="csX37" fmla="*/ 0 w 6010620"/>
              <a:gd name="csY37" fmla="*/ 1234914 h 3911492"/>
              <a:gd name="csX38" fmla="*/ 0 w 6010620"/>
              <a:gd name="csY38" fmla="*/ 637014 h 3911492"/>
              <a:gd name="csX39" fmla="*/ 0 w 6010620"/>
              <a:gd name="csY39" fmla="*/ 0 h 3911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010620" h="3911492" fill="none" extrusionOk="0">
                <a:moveTo>
                  <a:pt x="0" y="0"/>
                </a:moveTo>
                <a:cubicBezTo>
                  <a:pt x="181916" y="-8624"/>
                  <a:pt x="229010" y="1507"/>
                  <a:pt x="426208" y="0"/>
                </a:cubicBezTo>
                <a:cubicBezTo>
                  <a:pt x="623406" y="-1507"/>
                  <a:pt x="626284" y="26783"/>
                  <a:pt x="792309" y="0"/>
                </a:cubicBezTo>
                <a:cubicBezTo>
                  <a:pt x="958334" y="-26783"/>
                  <a:pt x="1117822" y="49355"/>
                  <a:pt x="1338729" y="0"/>
                </a:cubicBezTo>
                <a:cubicBezTo>
                  <a:pt x="1559636" y="-49355"/>
                  <a:pt x="1538900" y="25060"/>
                  <a:pt x="1704830" y="0"/>
                </a:cubicBezTo>
                <a:cubicBezTo>
                  <a:pt x="1870760" y="-25060"/>
                  <a:pt x="2065549" y="16380"/>
                  <a:pt x="2371463" y="0"/>
                </a:cubicBezTo>
                <a:cubicBezTo>
                  <a:pt x="2677377" y="-16380"/>
                  <a:pt x="2662603" y="6465"/>
                  <a:pt x="2737564" y="0"/>
                </a:cubicBezTo>
                <a:cubicBezTo>
                  <a:pt x="2812525" y="-6465"/>
                  <a:pt x="3113803" y="29363"/>
                  <a:pt x="3223878" y="0"/>
                </a:cubicBezTo>
                <a:cubicBezTo>
                  <a:pt x="3333953" y="-29363"/>
                  <a:pt x="3434046" y="32080"/>
                  <a:pt x="3589979" y="0"/>
                </a:cubicBezTo>
                <a:cubicBezTo>
                  <a:pt x="3745912" y="-32080"/>
                  <a:pt x="3949648" y="20835"/>
                  <a:pt x="4136399" y="0"/>
                </a:cubicBezTo>
                <a:cubicBezTo>
                  <a:pt x="4323150" y="-20835"/>
                  <a:pt x="4586920" y="44533"/>
                  <a:pt x="4803032" y="0"/>
                </a:cubicBezTo>
                <a:cubicBezTo>
                  <a:pt x="5019144" y="-44533"/>
                  <a:pt x="5025789" y="17275"/>
                  <a:pt x="5229239" y="0"/>
                </a:cubicBezTo>
                <a:cubicBezTo>
                  <a:pt x="5432689" y="-17275"/>
                  <a:pt x="5658000" y="17265"/>
                  <a:pt x="6010620" y="0"/>
                </a:cubicBezTo>
                <a:cubicBezTo>
                  <a:pt x="6080398" y="163477"/>
                  <a:pt x="5957518" y="480702"/>
                  <a:pt x="6010620" y="637014"/>
                </a:cubicBezTo>
                <a:cubicBezTo>
                  <a:pt x="6063722" y="793326"/>
                  <a:pt x="6003914" y="982775"/>
                  <a:pt x="6010620" y="1078454"/>
                </a:cubicBezTo>
                <a:cubicBezTo>
                  <a:pt x="6017326" y="1174133"/>
                  <a:pt x="5993517" y="1355125"/>
                  <a:pt x="6010620" y="1598124"/>
                </a:cubicBezTo>
                <a:cubicBezTo>
                  <a:pt x="6027723" y="1841123"/>
                  <a:pt x="5950049" y="2040563"/>
                  <a:pt x="6010620" y="2156908"/>
                </a:cubicBezTo>
                <a:cubicBezTo>
                  <a:pt x="6071191" y="2273253"/>
                  <a:pt x="6010510" y="2505687"/>
                  <a:pt x="6010620" y="2598348"/>
                </a:cubicBezTo>
                <a:cubicBezTo>
                  <a:pt x="6010730" y="2691009"/>
                  <a:pt x="5999237" y="2871465"/>
                  <a:pt x="6010620" y="3078903"/>
                </a:cubicBezTo>
                <a:cubicBezTo>
                  <a:pt x="6022003" y="3286341"/>
                  <a:pt x="5948251" y="3576639"/>
                  <a:pt x="6010620" y="3911492"/>
                </a:cubicBezTo>
                <a:cubicBezTo>
                  <a:pt x="5868309" y="3955265"/>
                  <a:pt x="5810421" y="3876745"/>
                  <a:pt x="5644519" y="3911492"/>
                </a:cubicBezTo>
                <a:cubicBezTo>
                  <a:pt x="5478617" y="3946239"/>
                  <a:pt x="5386203" y="3871678"/>
                  <a:pt x="5218311" y="3911492"/>
                </a:cubicBezTo>
                <a:cubicBezTo>
                  <a:pt x="5050419" y="3951306"/>
                  <a:pt x="5002818" y="3904112"/>
                  <a:pt x="4852210" y="3911492"/>
                </a:cubicBezTo>
                <a:cubicBezTo>
                  <a:pt x="4701602" y="3918872"/>
                  <a:pt x="4589996" y="3882934"/>
                  <a:pt x="4486108" y="3911492"/>
                </a:cubicBezTo>
                <a:cubicBezTo>
                  <a:pt x="4382220" y="3940050"/>
                  <a:pt x="4164652" y="3869671"/>
                  <a:pt x="3999794" y="3911492"/>
                </a:cubicBezTo>
                <a:cubicBezTo>
                  <a:pt x="3834936" y="3953313"/>
                  <a:pt x="3782476" y="3869422"/>
                  <a:pt x="3633693" y="3911492"/>
                </a:cubicBezTo>
                <a:cubicBezTo>
                  <a:pt x="3484910" y="3953562"/>
                  <a:pt x="3311980" y="3868365"/>
                  <a:pt x="3207485" y="3911492"/>
                </a:cubicBezTo>
                <a:cubicBezTo>
                  <a:pt x="3102990" y="3954619"/>
                  <a:pt x="2965659" y="3907733"/>
                  <a:pt x="2841384" y="3911492"/>
                </a:cubicBezTo>
                <a:cubicBezTo>
                  <a:pt x="2717109" y="3915251"/>
                  <a:pt x="2537855" y="3868253"/>
                  <a:pt x="2294964" y="3911492"/>
                </a:cubicBezTo>
                <a:cubicBezTo>
                  <a:pt x="2052073" y="3954731"/>
                  <a:pt x="1890923" y="3869098"/>
                  <a:pt x="1688438" y="3911492"/>
                </a:cubicBezTo>
                <a:cubicBezTo>
                  <a:pt x="1485953" y="3953886"/>
                  <a:pt x="1505140" y="3905717"/>
                  <a:pt x="1322336" y="3911492"/>
                </a:cubicBezTo>
                <a:cubicBezTo>
                  <a:pt x="1139532" y="3917267"/>
                  <a:pt x="974973" y="3904703"/>
                  <a:pt x="655704" y="3911492"/>
                </a:cubicBezTo>
                <a:cubicBezTo>
                  <a:pt x="336435" y="3918281"/>
                  <a:pt x="172498" y="3850056"/>
                  <a:pt x="0" y="3911492"/>
                </a:cubicBezTo>
                <a:cubicBezTo>
                  <a:pt x="-5005" y="3748595"/>
                  <a:pt x="22271" y="3569258"/>
                  <a:pt x="0" y="3391822"/>
                </a:cubicBezTo>
                <a:cubicBezTo>
                  <a:pt x="-22271" y="3214386"/>
                  <a:pt x="48088" y="3082748"/>
                  <a:pt x="0" y="2911268"/>
                </a:cubicBezTo>
                <a:cubicBezTo>
                  <a:pt x="-48088" y="2739788"/>
                  <a:pt x="37222" y="2565574"/>
                  <a:pt x="0" y="2469828"/>
                </a:cubicBezTo>
                <a:cubicBezTo>
                  <a:pt x="-37222" y="2374082"/>
                  <a:pt x="54810" y="2140840"/>
                  <a:pt x="0" y="1832813"/>
                </a:cubicBezTo>
                <a:cubicBezTo>
                  <a:pt x="-54810" y="1524786"/>
                  <a:pt x="67956" y="1492840"/>
                  <a:pt x="0" y="1234914"/>
                </a:cubicBezTo>
                <a:cubicBezTo>
                  <a:pt x="-67956" y="976988"/>
                  <a:pt x="25453" y="893459"/>
                  <a:pt x="0" y="637014"/>
                </a:cubicBezTo>
                <a:cubicBezTo>
                  <a:pt x="-25453" y="380569"/>
                  <a:pt x="13382" y="307315"/>
                  <a:pt x="0" y="0"/>
                </a:cubicBezTo>
                <a:close/>
              </a:path>
              <a:path w="6010620" h="3911492" stroke="0" extrusionOk="0">
                <a:moveTo>
                  <a:pt x="0" y="0"/>
                </a:moveTo>
                <a:cubicBezTo>
                  <a:pt x="155848" y="-16789"/>
                  <a:pt x="308872" y="17123"/>
                  <a:pt x="426208" y="0"/>
                </a:cubicBezTo>
                <a:cubicBezTo>
                  <a:pt x="543544" y="-17123"/>
                  <a:pt x="646636" y="31121"/>
                  <a:pt x="792309" y="0"/>
                </a:cubicBezTo>
                <a:cubicBezTo>
                  <a:pt x="937982" y="-31121"/>
                  <a:pt x="1126666" y="28255"/>
                  <a:pt x="1218517" y="0"/>
                </a:cubicBezTo>
                <a:cubicBezTo>
                  <a:pt x="1310368" y="-28255"/>
                  <a:pt x="1508885" y="14880"/>
                  <a:pt x="1584618" y="0"/>
                </a:cubicBezTo>
                <a:cubicBezTo>
                  <a:pt x="1660351" y="-14880"/>
                  <a:pt x="1939818" y="3483"/>
                  <a:pt x="2191144" y="0"/>
                </a:cubicBezTo>
                <a:cubicBezTo>
                  <a:pt x="2442470" y="-3483"/>
                  <a:pt x="2591907" y="61548"/>
                  <a:pt x="2857777" y="0"/>
                </a:cubicBezTo>
                <a:cubicBezTo>
                  <a:pt x="3123647" y="-61548"/>
                  <a:pt x="3118933" y="57131"/>
                  <a:pt x="3344090" y="0"/>
                </a:cubicBezTo>
                <a:cubicBezTo>
                  <a:pt x="3569247" y="-57131"/>
                  <a:pt x="3682700" y="13667"/>
                  <a:pt x="3770298" y="0"/>
                </a:cubicBezTo>
                <a:cubicBezTo>
                  <a:pt x="3857896" y="-13667"/>
                  <a:pt x="4013765" y="5078"/>
                  <a:pt x="4196506" y="0"/>
                </a:cubicBezTo>
                <a:cubicBezTo>
                  <a:pt x="4379247" y="-5078"/>
                  <a:pt x="4441824" y="7913"/>
                  <a:pt x="4562607" y="0"/>
                </a:cubicBezTo>
                <a:cubicBezTo>
                  <a:pt x="4683390" y="-7913"/>
                  <a:pt x="4857259" y="45075"/>
                  <a:pt x="5109027" y="0"/>
                </a:cubicBezTo>
                <a:cubicBezTo>
                  <a:pt x="5360795" y="-45075"/>
                  <a:pt x="5713197" y="18852"/>
                  <a:pt x="6010620" y="0"/>
                </a:cubicBezTo>
                <a:cubicBezTo>
                  <a:pt x="6045145" y="144792"/>
                  <a:pt x="5985074" y="283952"/>
                  <a:pt x="6010620" y="558785"/>
                </a:cubicBezTo>
                <a:cubicBezTo>
                  <a:pt x="6036166" y="833618"/>
                  <a:pt x="5993940" y="876121"/>
                  <a:pt x="6010620" y="1000224"/>
                </a:cubicBezTo>
                <a:cubicBezTo>
                  <a:pt x="6027300" y="1124327"/>
                  <a:pt x="5973152" y="1241908"/>
                  <a:pt x="6010620" y="1480779"/>
                </a:cubicBezTo>
                <a:cubicBezTo>
                  <a:pt x="6048088" y="1719650"/>
                  <a:pt x="5966371" y="1829783"/>
                  <a:pt x="6010620" y="2117794"/>
                </a:cubicBezTo>
                <a:cubicBezTo>
                  <a:pt x="6054869" y="2405805"/>
                  <a:pt x="5974487" y="2395332"/>
                  <a:pt x="6010620" y="2637463"/>
                </a:cubicBezTo>
                <a:cubicBezTo>
                  <a:pt x="6046753" y="2879594"/>
                  <a:pt x="5992193" y="2985524"/>
                  <a:pt x="6010620" y="3196248"/>
                </a:cubicBezTo>
                <a:cubicBezTo>
                  <a:pt x="6029047" y="3406972"/>
                  <a:pt x="5939952" y="3737006"/>
                  <a:pt x="6010620" y="3911492"/>
                </a:cubicBezTo>
                <a:cubicBezTo>
                  <a:pt x="5797533" y="3961639"/>
                  <a:pt x="5711634" y="3865242"/>
                  <a:pt x="5584412" y="3911492"/>
                </a:cubicBezTo>
                <a:cubicBezTo>
                  <a:pt x="5457190" y="3957742"/>
                  <a:pt x="5317139" y="3891134"/>
                  <a:pt x="5158205" y="3911492"/>
                </a:cubicBezTo>
                <a:cubicBezTo>
                  <a:pt x="4999271" y="3931850"/>
                  <a:pt x="4814102" y="3888853"/>
                  <a:pt x="4671891" y="3911492"/>
                </a:cubicBezTo>
                <a:cubicBezTo>
                  <a:pt x="4529680" y="3934131"/>
                  <a:pt x="4333107" y="3879639"/>
                  <a:pt x="4065365" y="3911492"/>
                </a:cubicBezTo>
                <a:cubicBezTo>
                  <a:pt x="3797623" y="3943345"/>
                  <a:pt x="3766469" y="3897159"/>
                  <a:pt x="3639157" y="3911492"/>
                </a:cubicBezTo>
                <a:cubicBezTo>
                  <a:pt x="3511845" y="3925825"/>
                  <a:pt x="3419385" y="3867838"/>
                  <a:pt x="3212950" y="3911492"/>
                </a:cubicBezTo>
                <a:cubicBezTo>
                  <a:pt x="3006515" y="3955146"/>
                  <a:pt x="2871242" y="3855727"/>
                  <a:pt x="2726636" y="3911492"/>
                </a:cubicBezTo>
                <a:cubicBezTo>
                  <a:pt x="2582030" y="3967257"/>
                  <a:pt x="2484565" y="3908330"/>
                  <a:pt x="2360534" y="3911492"/>
                </a:cubicBezTo>
                <a:cubicBezTo>
                  <a:pt x="2236503" y="3914654"/>
                  <a:pt x="2060800" y="3882220"/>
                  <a:pt x="1934327" y="3911492"/>
                </a:cubicBezTo>
                <a:cubicBezTo>
                  <a:pt x="1807854" y="3940764"/>
                  <a:pt x="1598351" y="3867767"/>
                  <a:pt x="1508119" y="3911492"/>
                </a:cubicBezTo>
                <a:cubicBezTo>
                  <a:pt x="1417887" y="3955217"/>
                  <a:pt x="1072261" y="3856097"/>
                  <a:pt x="961699" y="3911492"/>
                </a:cubicBezTo>
                <a:cubicBezTo>
                  <a:pt x="851137" y="3966887"/>
                  <a:pt x="745190" y="3868543"/>
                  <a:pt x="595598" y="3911492"/>
                </a:cubicBezTo>
                <a:cubicBezTo>
                  <a:pt x="446006" y="3954441"/>
                  <a:pt x="147832" y="3873828"/>
                  <a:pt x="0" y="3911492"/>
                </a:cubicBezTo>
                <a:cubicBezTo>
                  <a:pt x="-44536" y="3723126"/>
                  <a:pt x="20660" y="3528591"/>
                  <a:pt x="0" y="3313593"/>
                </a:cubicBezTo>
                <a:cubicBezTo>
                  <a:pt x="-20660" y="3098595"/>
                  <a:pt x="15982" y="2923130"/>
                  <a:pt x="0" y="2676578"/>
                </a:cubicBezTo>
                <a:cubicBezTo>
                  <a:pt x="-15982" y="2430027"/>
                  <a:pt x="17569" y="2299047"/>
                  <a:pt x="0" y="2117794"/>
                </a:cubicBezTo>
                <a:cubicBezTo>
                  <a:pt x="-17569" y="1936541"/>
                  <a:pt x="29518" y="1820990"/>
                  <a:pt x="0" y="1637239"/>
                </a:cubicBezTo>
                <a:cubicBezTo>
                  <a:pt x="-29518" y="1453488"/>
                  <a:pt x="10842" y="1161482"/>
                  <a:pt x="0" y="1000224"/>
                </a:cubicBezTo>
                <a:cubicBezTo>
                  <a:pt x="-10842" y="838966"/>
                  <a:pt x="88470" y="286160"/>
                  <a:pt x="0" y="0"/>
                </a:cubicBezTo>
                <a:close/>
              </a:path>
            </a:pathLst>
          </a:custGeom>
          <a:ln>
            <a:solidFill>
              <a:schemeClr val="tx1"/>
            </a:solidFill>
            <a:extLst>
              <a:ext uri="{C807C97D-BFC1-408E-A445-0C87EB9F89A2}">
                <ask:lineSketchStyleProps xmlns:ask="http://schemas.microsoft.com/office/drawing/2018/sketchyshapes" sd="3733227970">
                  <a:prstGeom prst="rect">
                    <a:avLst/>
                  </a:prstGeom>
                  <ask:type>
                    <ask:lineSketchScribble/>
                  </ask:type>
                </ask:lineSketchStyleProps>
              </a:ext>
            </a:extLst>
          </a:ln>
        </p:spPr>
      </p:pic>
      <p:sp>
        <p:nvSpPr>
          <p:cNvPr id="10" name="TextBox 9">
            <a:extLst>
              <a:ext uri="{FF2B5EF4-FFF2-40B4-BE49-F238E27FC236}">
                <a16:creationId xmlns:a16="http://schemas.microsoft.com/office/drawing/2014/main" id="{3BE1D277-7AAC-3BE0-E82F-8E5CAE4AFDC4}"/>
              </a:ext>
            </a:extLst>
          </p:cNvPr>
          <p:cNvSpPr txBox="1"/>
          <p:nvPr/>
        </p:nvSpPr>
        <p:spPr>
          <a:xfrm>
            <a:off x="136287" y="5792721"/>
            <a:ext cx="11592128" cy="682238"/>
          </a:xfrm>
          <a:prstGeom prst="rect">
            <a:avLst/>
          </a:prstGeom>
          <a:noFill/>
        </p:spPr>
        <p:txBody>
          <a:bodyPr wrap="square">
            <a:spAutoFit/>
          </a:bodyPr>
          <a:lstStyle/>
          <a:p>
            <a:pPr>
              <a:spcAft>
                <a:spcPts val="1000"/>
              </a:spcAft>
              <a:defRPr sz="2000">
                <a:solidFill>
                  <a:srgbClr val="212529"/>
                </a:solidFill>
                <a:latin typeface="Segoe UI"/>
              </a:defRPr>
            </a:pPr>
            <a:r>
              <a:rPr lang="en-US" sz="1500" dirty="0"/>
              <a:t>* 	If profile image has not been set, your initials will be displayed instead.</a:t>
            </a:r>
          </a:p>
          <a:p>
            <a:pPr>
              <a:spcAft>
                <a:spcPts val="1000"/>
              </a:spcAft>
              <a:defRPr sz="2000">
                <a:solidFill>
                  <a:srgbClr val="212529"/>
                </a:solidFill>
                <a:latin typeface="Segoe UI"/>
              </a:defRPr>
            </a:pPr>
            <a:r>
              <a:rPr lang="en-US" sz="1500" dirty="0"/>
              <a:t>** 	You might see additional cards than these four cards, but If you do not see these fours cards, contact APP Admin.</a:t>
            </a:r>
          </a:p>
        </p:txBody>
      </p:sp>
      <p:sp>
        <p:nvSpPr>
          <p:cNvPr id="9" name="Rectangle 8">
            <a:extLst>
              <a:ext uri="{FF2B5EF4-FFF2-40B4-BE49-F238E27FC236}">
                <a16:creationId xmlns:a16="http://schemas.microsoft.com/office/drawing/2014/main" id="{2AD44793-6445-1739-0FF5-AAF96B6F87A1}"/>
              </a:ext>
            </a:extLst>
          </p:cNvPr>
          <p:cNvSpPr/>
          <p:nvPr/>
        </p:nvSpPr>
        <p:spPr>
          <a:xfrm>
            <a:off x="6154366" y="3209838"/>
            <a:ext cx="1348902" cy="51909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Star: 8 Points 23">
            <a:extLst>
              <a:ext uri="{FF2B5EF4-FFF2-40B4-BE49-F238E27FC236}">
                <a16:creationId xmlns:a16="http://schemas.microsoft.com/office/drawing/2014/main" id="{A0374454-EC07-40A6-6A9C-C0D90CDDF050}"/>
              </a:ext>
            </a:extLst>
          </p:cNvPr>
          <p:cNvSpPr/>
          <p:nvPr/>
        </p:nvSpPr>
        <p:spPr>
          <a:xfrm>
            <a:off x="5889449" y="3853513"/>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1</a:t>
            </a:r>
          </a:p>
        </p:txBody>
      </p:sp>
      <p:sp>
        <p:nvSpPr>
          <p:cNvPr id="13" name="Rectangle 12">
            <a:extLst>
              <a:ext uri="{FF2B5EF4-FFF2-40B4-BE49-F238E27FC236}">
                <a16:creationId xmlns:a16="http://schemas.microsoft.com/office/drawing/2014/main" id="{14D35341-AA3A-4E10-5F3B-C909B3246C79}"/>
              </a:ext>
            </a:extLst>
          </p:cNvPr>
          <p:cNvSpPr/>
          <p:nvPr/>
        </p:nvSpPr>
        <p:spPr>
          <a:xfrm>
            <a:off x="7503268" y="3209838"/>
            <a:ext cx="1348902" cy="51909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Star: 8 Points 14">
            <a:extLst>
              <a:ext uri="{FF2B5EF4-FFF2-40B4-BE49-F238E27FC236}">
                <a16:creationId xmlns:a16="http://schemas.microsoft.com/office/drawing/2014/main" id="{DA6AC9D2-1C72-0D68-F43C-0001039DB72E}"/>
              </a:ext>
            </a:extLst>
          </p:cNvPr>
          <p:cNvSpPr/>
          <p:nvPr/>
        </p:nvSpPr>
        <p:spPr>
          <a:xfrm>
            <a:off x="7238351" y="3853513"/>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2</a:t>
            </a:r>
          </a:p>
        </p:txBody>
      </p:sp>
      <p:sp>
        <p:nvSpPr>
          <p:cNvPr id="17" name="Rectangle 16">
            <a:extLst>
              <a:ext uri="{FF2B5EF4-FFF2-40B4-BE49-F238E27FC236}">
                <a16:creationId xmlns:a16="http://schemas.microsoft.com/office/drawing/2014/main" id="{F1498734-77FA-6A72-CF1B-3FCA4CEDD0F1}"/>
              </a:ext>
            </a:extLst>
          </p:cNvPr>
          <p:cNvSpPr/>
          <p:nvPr/>
        </p:nvSpPr>
        <p:spPr>
          <a:xfrm>
            <a:off x="8870004" y="3209838"/>
            <a:ext cx="1348902" cy="51909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Star: 8 Points 18">
            <a:extLst>
              <a:ext uri="{FF2B5EF4-FFF2-40B4-BE49-F238E27FC236}">
                <a16:creationId xmlns:a16="http://schemas.microsoft.com/office/drawing/2014/main" id="{AE1E53E9-6E2B-7372-A33E-2D898B91B961}"/>
              </a:ext>
            </a:extLst>
          </p:cNvPr>
          <p:cNvSpPr/>
          <p:nvPr/>
        </p:nvSpPr>
        <p:spPr>
          <a:xfrm>
            <a:off x="8605087" y="3853513"/>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3</a:t>
            </a:r>
          </a:p>
        </p:txBody>
      </p:sp>
      <p:sp>
        <p:nvSpPr>
          <p:cNvPr id="21" name="Rectangle 20">
            <a:extLst>
              <a:ext uri="{FF2B5EF4-FFF2-40B4-BE49-F238E27FC236}">
                <a16:creationId xmlns:a16="http://schemas.microsoft.com/office/drawing/2014/main" id="{28CFE84B-AEA9-7D57-21C9-4CA5BAB5D9FC}"/>
              </a:ext>
            </a:extLst>
          </p:cNvPr>
          <p:cNvSpPr/>
          <p:nvPr/>
        </p:nvSpPr>
        <p:spPr>
          <a:xfrm>
            <a:off x="10227823" y="3209838"/>
            <a:ext cx="1348902" cy="51909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Star: 8 Points 22">
            <a:extLst>
              <a:ext uri="{FF2B5EF4-FFF2-40B4-BE49-F238E27FC236}">
                <a16:creationId xmlns:a16="http://schemas.microsoft.com/office/drawing/2014/main" id="{55ACCB63-FBC9-9168-B9C8-9BFDB0465010}"/>
              </a:ext>
            </a:extLst>
          </p:cNvPr>
          <p:cNvSpPr/>
          <p:nvPr/>
        </p:nvSpPr>
        <p:spPr>
          <a:xfrm>
            <a:off x="9962906" y="3853513"/>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4</a:t>
            </a:r>
          </a:p>
        </p:txBody>
      </p:sp>
    </p:spTree>
    <p:extLst>
      <p:ext uri="{BB962C8B-B14F-4D97-AF65-F5344CB8AC3E}">
        <p14:creationId xmlns:p14="http://schemas.microsoft.com/office/powerpoint/2010/main" val="377910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9CC56-EB36-CB1C-5B62-A63355141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FBBA72-C445-7F0B-4061-4732CAC05A9D}"/>
              </a:ext>
            </a:extLst>
          </p:cNvPr>
          <p:cNvSpPr txBox="1"/>
          <p:nvPr/>
        </p:nvSpPr>
        <p:spPr>
          <a:xfrm>
            <a:off x="548640" y="411480"/>
            <a:ext cx="11064240" cy="938719"/>
          </a:xfrm>
          <a:prstGeom prst="rect">
            <a:avLst/>
          </a:prstGeom>
          <a:noFill/>
        </p:spPr>
        <p:txBody>
          <a:bodyPr wrap="square">
            <a:spAutoFit/>
          </a:bodyPr>
          <a:lstStyle/>
          <a:p>
            <a:pPr>
              <a:defRPr sz="3200" b="1">
                <a:solidFill>
                  <a:srgbClr val="212529"/>
                </a:solidFill>
                <a:latin typeface="Segoe UI"/>
              </a:defRPr>
            </a:pPr>
            <a:r>
              <a:rPr lang="en-US" dirty="0"/>
              <a:t>MY SCHEDULE</a:t>
            </a:r>
          </a:p>
          <a:p>
            <a:pPr>
              <a:spcBef>
                <a:spcPts val="600"/>
              </a:spcBef>
              <a:defRPr sz="1800">
                <a:solidFill>
                  <a:srgbClr val="6C757D"/>
                </a:solidFill>
                <a:latin typeface="Segoe UI"/>
              </a:defRPr>
            </a:pPr>
            <a:r>
              <a:rPr lang="en-US" dirty="0"/>
              <a:t>Sessions/Cards</a:t>
            </a:r>
            <a:endParaRPr dirty="0"/>
          </a:p>
        </p:txBody>
      </p:sp>
      <p:sp>
        <p:nvSpPr>
          <p:cNvPr id="3" name="TextBox 2">
            <a:extLst>
              <a:ext uri="{FF2B5EF4-FFF2-40B4-BE49-F238E27FC236}">
                <a16:creationId xmlns:a16="http://schemas.microsoft.com/office/drawing/2014/main" id="{CB38A0F5-B6C5-56B9-EC15-74728A1C48E2}"/>
              </a:ext>
            </a:extLst>
          </p:cNvPr>
          <p:cNvSpPr txBox="1"/>
          <p:nvPr/>
        </p:nvSpPr>
        <p:spPr>
          <a:xfrm>
            <a:off x="322633" y="1371485"/>
            <a:ext cx="6554173" cy="5165517"/>
          </a:xfrm>
          <a:prstGeom prst="rect">
            <a:avLst/>
          </a:prstGeom>
          <a:noFill/>
        </p:spPr>
        <p:txBody>
          <a:bodyPr wrap="square">
            <a:spAutoFit/>
          </a:bodyPr>
          <a:lstStyle/>
          <a:p>
            <a:pPr>
              <a:spcAft>
                <a:spcPts val="1000"/>
              </a:spcAft>
              <a:defRPr sz="2000">
                <a:solidFill>
                  <a:srgbClr val="212529"/>
                </a:solidFill>
                <a:latin typeface="Segoe UI"/>
              </a:defRPr>
            </a:pPr>
            <a:r>
              <a:rPr lang="en-US" sz="1600" dirty="0"/>
              <a:t>To see your scheduled </a:t>
            </a:r>
            <a:r>
              <a:rPr lang="en-US" sz="1600" b="1" dirty="0"/>
              <a:t>classes/sessions</a:t>
            </a:r>
            <a:r>
              <a:rPr lang="en-US" sz="1600" dirty="0"/>
              <a:t>* click on the “</a:t>
            </a:r>
            <a:r>
              <a:rPr lang="en-US" sz="1600" b="1" dirty="0"/>
              <a:t>MY SCHEDULE</a:t>
            </a:r>
            <a:r>
              <a:rPr lang="en-US" sz="1600" dirty="0"/>
              <a:t>” card on the Main Dashboard. (1)</a:t>
            </a:r>
          </a:p>
          <a:p>
            <a:pPr>
              <a:spcAft>
                <a:spcPts val="1000"/>
              </a:spcAft>
              <a:defRPr sz="2000">
                <a:solidFill>
                  <a:srgbClr val="212529"/>
                </a:solidFill>
                <a:latin typeface="Segoe UI"/>
              </a:defRPr>
            </a:pPr>
            <a:r>
              <a:rPr lang="en-US" sz="1600" dirty="0"/>
              <a:t>The </a:t>
            </a:r>
            <a:r>
              <a:rPr lang="en-US" sz="1600" b="1" dirty="0"/>
              <a:t>Master Schedule Viewer page </a:t>
            </a:r>
            <a:r>
              <a:rPr lang="en-US" sz="1600" dirty="0"/>
              <a:t>will open, and by default displays your scheduled sessions for the current week.</a:t>
            </a:r>
          </a:p>
          <a:p>
            <a:pPr>
              <a:spcAft>
                <a:spcPts val="1000"/>
              </a:spcAft>
              <a:defRPr sz="2000">
                <a:solidFill>
                  <a:srgbClr val="212529"/>
                </a:solidFill>
                <a:latin typeface="Segoe UI"/>
              </a:defRPr>
            </a:pPr>
            <a:r>
              <a:rPr lang="en-US" sz="1600" dirty="0"/>
              <a:t>Depending on your schedule, you might see different cards (2) on different days in the week view form. On each session/card you can easily find the start and end time, class name, and the status of each session. The session’s status is also displayed on top right of the card.</a:t>
            </a:r>
          </a:p>
          <a:p>
            <a:pPr>
              <a:spcAft>
                <a:spcPts val="1000"/>
              </a:spcAft>
              <a:defRPr sz="2000">
                <a:solidFill>
                  <a:srgbClr val="212529"/>
                </a:solidFill>
                <a:latin typeface="Segoe UI"/>
              </a:defRPr>
            </a:pPr>
            <a:r>
              <a:rPr lang="en-US" sz="1600" dirty="0"/>
              <a:t>To access each session, you just need to click on the session/card. Then it opens the </a:t>
            </a:r>
            <a:r>
              <a:rPr lang="en-US" sz="1600" b="1" dirty="0"/>
              <a:t>Manage Session </a:t>
            </a:r>
            <a:r>
              <a:rPr lang="en-US" sz="1600" dirty="0"/>
              <a:t>page for that session/card on a new tab. The </a:t>
            </a:r>
            <a:r>
              <a:rPr lang="en-US" sz="1600" b="1" dirty="0"/>
              <a:t>Master Schedule Viewer </a:t>
            </a:r>
            <a:r>
              <a:rPr lang="en-US" sz="1600" dirty="0"/>
              <a:t>tab remains opened in your browser. You can click on its tab to active it again.</a:t>
            </a:r>
          </a:p>
          <a:p>
            <a:pPr>
              <a:spcAft>
                <a:spcPts val="1000"/>
              </a:spcAft>
              <a:defRPr sz="2000">
                <a:solidFill>
                  <a:srgbClr val="212529"/>
                </a:solidFill>
                <a:latin typeface="Segoe UI"/>
              </a:defRPr>
            </a:pPr>
            <a:r>
              <a:rPr lang="en-US" sz="1600" dirty="0"/>
              <a:t>Teachers might have different session/cards on each day, and days also might be different. This page should exactly reflect your actual schedule at school. If you do not see your expected session(s) on this page, you can contact school or APP Admin.</a:t>
            </a:r>
          </a:p>
          <a:p>
            <a:pPr>
              <a:spcAft>
                <a:spcPts val="1000"/>
              </a:spcAft>
              <a:defRPr sz="2000">
                <a:solidFill>
                  <a:srgbClr val="212529"/>
                </a:solidFill>
                <a:latin typeface="Segoe UI"/>
              </a:defRPr>
            </a:pPr>
            <a:r>
              <a:rPr lang="en-US" sz="1600" dirty="0"/>
              <a:t>You can change the start and end date in the ‘Choose dates’ section to see the schedule of other days.</a:t>
            </a:r>
            <a:endParaRPr sz="1600" dirty="0"/>
          </a:p>
        </p:txBody>
      </p:sp>
      <p:sp>
        <p:nvSpPr>
          <p:cNvPr id="5" name="Rectangle 4">
            <a:extLst>
              <a:ext uri="{FF2B5EF4-FFF2-40B4-BE49-F238E27FC236}">
                <a16:creationId xmlns:a16="http://schemas.microsoft.com/office/drawing/2014/main" id="{D3405538-4AB3-F50E-510C-1B52EE0B376A}"/>
              </a:ext>
            </a:extLst>
          </p:cNvPr>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lang="en-US" dirty="0"/>
              <a:t>MY SCHEDULE</a:t>
            </a:r>
          </a:p>
        </p:txBody>
      </p:sp>
      <p:pic>
        <p:nvPicPr>
          <p:cNvPr id="6" name="Picture 5">
            <a:extLst>
              <a:ext uri="{FF2B5EF4-FFF2-40B4-BE49-F238E27FC236}">
                <a16:creationId xmlns:a16="http://schemas.microsoft.com/office/drawing/2014/main" id="{13E130FB-ECF1-AD62-D1F8-AC78106B585A}"/>
              </a:ext>
            </a:extLst>
          </p:cNvPr>
          <p:cNvPicPr>
            <a:picLocks noChangeAspect="1"/>
          </p:cNvPicPr>
          <p:nvPr/>
        </p:nvPicPr>
        <p:blipFill>
          <a:blip r:embed="rId3"/>
          <a:srcRect t="51171" r="1959" b="29874"/>
          <a:stretch>
            <a:fillRect/>
          </a:stretch>
        </p:blipFill>
        <p:spPr>
          <a:xfrm>
            <a:off x="5717795" y="293289"/>
            <a:ext cx="6010620" cy="875391"/>
          </a:xfrm>
          <a:custGeom>
            <a:avLst/>
            <a:gdLst>
              <a:gd name="csX0" fmla="*/ 0 w 6010620"/>
              <a:gd name="csY0" fmla="*/ 0 h 875391"/>
              <a:gd name="csX1" fmla="*/ 426208 w 6010620"/>
              <a:gd name="csY1" fmla="*/ 0 h 875391"/>
              <a:gd name="csX2" fmla="*/ 1092840 w 6010620"/>
              <a:gd name="csY2" fmla="*/ 0 h 875391"/>
              <a:gd name="csX3" fmla="*/ 1639260 w 6010620"/>
              <a:gd name="csY3" fmla="*/ 0 h 875391"/>
              <a:gd name="csX4" fmla="*/ 2305892 w 6010620"/>
              <a:gd name="csY4" fmla="*/ 0 h 875391"/>
              <a:gd name="csX5" fmla="*/ 2792206 w 6010620"/>
              <a:gd name="csY5" fmla="*/ 0 h 875391"/>
              <a:gd name="csX6" fmla="*/ 3218414 w 6010620"/>
              <a:gd name="csY6" fmla="*/ 0 h 875391"/>
              <a:gd name="csX7" fmla="*/ 3704728 w 6010620"/>
              <a:gd name="csY7" fmla="*/ 0 h 875391"/>
              <a:gd name="csX8" fmla="*/ 4371360 w 6010620"/>
              <a:gd name="csY8" fmla="*/ 0 h 875391"/>
              <a:gd name="csX9" fmla="*/ 4737461 w 6010620"/>
              <a:gd name="csY9" fmla="*/ 0 h 875391"/>
              <a:gd name="csX10" fmla="*/ 5343988 w 6010620"/>
              <a:gd name="csY10" fmla="*/ 0 h 875391"/>
              <a:gd name="csX11" fmla="*/ 6010620 w 6010620"/>
              <a:gd name="csY11" fmla="*/ 0 h 875391"/>
              <a:gd name="csX12" fmla="*/ 6010620 w 6010620"/>
              <a:gd name="csY12" fmla="*/ 420188 h 875391"/>
              <a:gd name="csX13" fmla="*/ 6010620 w 6010620"/>
              <a:gd name="csY13" fmla="*/ 875391 h 875391"/>
              <a:gd name="csX14" fmla="*/ 5584412 w 6010620"/>
              <a:gd name="csY14" fmla="*/ 875391 h 875391"/>
              <a:gd name="csX15" fmla="*/ 5037992 w 6010620"/>
              <a:gd name="csY15" fmla="*/ 875391 h 875391"/>
              <a:gd name="csX16" fmla="*/ 4671891 w 6010620"/>
              <a:gd name="csY16" fmla="*/ 875391 h 875391"/>
              <a:gd name="csX17" fmla="*/ 4065365 w 6010620"/>
              <a:gd name="csY17" fmla="*/ 875391 h 875391"/>
              <a:gd name="csX18" fmla="*/ 3639157 w 6010620"/>
              <a:gd name="csY18" fmla="*/ 875391 h 875391"/>
              <a:gd name="csX19" fmla="*/ 3273056 w 6010620"/>
              <a:gd name="csY19" fmla="*/ 875391 h 875391"/>
              <a:gd name="csX20" fmla="*/ 2846848 w 6010620"/>
              <a:gd name="csY20" fmla="*/ 875391 h 875391"/>
              <a:gd name="csX21" fmla="*/ 2300428 w 6010620"/>
              <a:gd name="csY21" fmla="*/ 875391 h 875391"/>
              <a:gd name="csX22" fmla="*/ 1934327 w 6010620"/>
              <a:gd name="csY22" fmla="*/ 875391 h 875391"/>
              <a:gd name="csX23" fmla="*/ 1387907 w 6010620"/>
              <a:gd name="csY23" fmla="*/ 875391 h 875391"/>
              <a:gd name="csX24" fmla="*/ 841487 w 6010620"/>
              <a:gd name="csY24" fmla="*/ 875391 h 875391"/>
              <a:gd name="csX25" fmla="*/ 0 w 6010620"/>
              <a:gd name="csY25" fmla="*/ 875391 h 875391"/>
              <a:gd name="csX26" fmla="*/ 0 w 6010620"/>
              <a:gd name="csY26" fmla="*/ 437696 h 875391"/>
              <a:gd name="csX27" fmla="*/ 0 w 6010620"/>
              <a:gd name="csY27" fmla="*/ 0 h 8753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010620" h="875391" fill="none" extrusionOk="0">
                <a:moveTo>
                  <a:pt x="0" y="0"/>
                </a:moveTo>
                <a:cubicBezTo>
                  <a:pt x="119452" y="-32036"/>
                  <a:pt x="226633" y="35748"/>
                  <a:pt x="426208" y="0"/>
                </a:cubicBezTo>
                <a:cubicBezTo>
                  <a:pt x="625783" y="-35748"/>
                  <a:pt x="949474" y="9873"/>
                  <a:pt x="1092840" y="0"/>
                </a:cubicBezTo>
                <a:cubicBezTo>
                  <a:pt x="1236206" y="-9873"/>
                  <a:pt x="1468032" y="42890"/>
                  <a:pt x="1639260" y="0"/>
                </a:cubicBezTo>
                <a:cubicBezTo>
                  <a:pt x="1810488" y="-42890"/>
                  <a:pt x="2153115" y="10653"/>
                  <a:pt x="2305892" y="0"/>
                </a:cubicBezTo>
                <a:cubicBezTo>
                  <a:pt x="2458669" y="-10653"/>
                  <a:pt x="2614796" y="57492"/>
                  <a:pt x="2792206" y="0"/>
                </a:cubicBezTo>
                <a:cubicBezTo>
                  <a:pt x="2969616" y="-57492"/>
                  <a:pt x="3069094" y="18838"/>
                  <a:pt x="3218414" y="0"/>
                </a:cubicBezTo>
                <a:cubicBezTo>
                  <a:pt x="3367734" y="-18838"/>
                  <a:pt x="3547633" y="31299"/>
                  <a:pt x="3704728" y="0"/>
                </a:cubicBezTo>
                <a:cubicBezTo>
                  <a:pt x="3861823" y="-31299"/>
                  <a:pt x="4176667" y="53686"/>
                  <a:pt x="4371360" y="0"/>
                </a:cubicBezTo>
                <a:cubicBezTo>
                  <a:pt x="4566053" y="-53686"/>
                  <a:pt x="4631544" y="42905"/>
                  <a:pt x="4737461" y="0"/>
                </a:cubicBezTo>
                <a:cubicBezTo>
                  <a:pt x="4843378" y="-42905"/>
                  <a:pt x="5078264" y="44175"/>
                  <a:pt x="5343988" y="0"/>
                </a:cubicBezTo>
                <a:cubicBezTo>
                  <a:pt x="5609712" y="-44175"/>
                  <a:pt x="5826785" y="66822"/>
                  <a:pt x="6010620" y="0"/>
                </a:cubicBezTo>
                <a:cubicBezTo>
                  <a:pt x="6025048" y="187693"/>
                  <a:pt x="6009483" y="259859"/>
                  <a:pt x="6010620" y="420188"/>
                </a:cubicBezTo>
                <a:cubicBezTo>
                  <a:pt x="6011757" y="580517"/>
                  <a:pt x="5979838" y="669706"/>
                  <a:pt x="6010620" y="875391"/>
                </a:cubicBezTo>
                <a:cubicBezTo>
                  <a:pt x="5826975" y="895267"/>
                  <a:pt x="5685138" y="856942"/>
                  <a:pt x="5584412" y="875391"/>
                </a:cubicBezTo>
                <a:cubicBezTo>
                  <a:pt x="5483686" y="893840"/>
                  <a:pt x="5179865" y="834437"/>
                  <a:pt x="5037992" y="875391"/>
                </a:cubicBezTo>
                <a:cubicBezTo>
                  <a:pt x="4896119" y="916345"/>
                  <a:pt x="4753019" y="838410"/>
                  <a:pt x="4671891" y="875391"/>
                </a:cubicBezTo>
                <a:cubicBezTo>
                  <a:pt x="4590763" y="912372"/>
                  <a:pt x="4343760" y="822461"/>
                  <a:pt x="4065365" y="875391"/>
                </a:cubicBezTo>
                <a:cubicBezTo>
                  <a:pt x="3786970" y="928321"/>
                  <a:pt x="3760298" y="845027"/>
                  <a:pt x="3639157" y="875391"/>
                </a:cubicBezTo>
                <a:cubicBezTo>
                  <a:pt x="3518016" y="905755"/>
                  <a:pt x="3384025" y="851200"/>
                  <a:pt x="3273056" y="875391"/>
                </a:cubicBezTo>
                <a:cubicBezTo>
                  <a:pt x="3162087" y="899582"/>
                  <a:pt x="3044503" y="869363"/>
                  <a:pt x="2846848" y="875391"/>
                </a:cubicBezTo>
                <a:cubicBezTo>
                  <a:pt x="2649193" y="881419"/>
                  <a:pt x="2482904" y="843421"/>
                  <a:pt x="2300428" y="875391"/>
                </a:cubicBezTo>
                <a:cubicBezTo>
                  <a:pt x="2117952" y="907361"/>
                  <a:pt x="2110959" y="851736"/>
                  <a:pt x="1934327" y="875391"/>
                </a:cubicBezTo>
                <a:cubicBezTo>
                  <a:pt x="1757695" y="899046"/>
                  <a:pt x="1650636" y="849861"/>
                  <a:pt x="1387907" y="875391"/>
                </a:cubicBezTo>
                <a:cubicBezTo>
                  <a:pt x="1125178" y="900921"/>
                  <a:pt x="1036075" y="834511"/>
                  <a:pt x="841487" y="875391"/>
                </a:cubicBezTo>
                <a:cubicBezTo>
                  <a:pt x="646899" y="916271"/>
                  <a:pt x="381942" y="816660"/>
                  <a:pt x="0" y="875391"/>
                </a:cubicBezTo>
                <a:cubicBezTo>
                  <a:pt x="-37008" y="669287"/>
                  <a:pt x="11699" y="647037"/>
                  <a:pt x="0" y="437696"/>
                </a:cubicBezTo>
                <a:cubicBezTo>
                  <a:pt x="-11699" y="228355"/>
                  <a:pt x="29359" y="194719"/>
                  <a:pt x="0" y="0"/>
                </a:cubicBezTo>
                <a:close/>
              </a:path>
              <a:path w="6010620" h="875391" stroke="0" extrusionOk="0">
                <a:moveTo>
                  <a:pt x="0" y="0"/>
                </a:moveTo>
                <a:cubicBezTo>
                  <a:pt x="155848" y="-16789"/>
                  <a:pt x="308872" y="17123"/>
                  <a:pt x="426208" y="0"/>
                </a:cubicBezTo>
                <a:cubicBezTo>
                  <a:pt x="543544" y="-17123"/>
                  <a:pt x="646636" y="31121"/>
                  <a:pt x="792309" y="0"/>
                </a:cubicBezTo>
                <a:cubicBezTo>
                  <a:pt x="937982" y="-31121"/>
                  <a:pt x="1126666" y="28255"/>
                  <a:pt x="1218517" y="0"/>
                </a:cubicBezTo>
                <a:cubicBezTo>
                  <a:pt x="1310368" y="-28255"/>
                  <a:pt x="1508885" y="14880"/>
                  <a:pt x="1584618" y="0"/>
                </a:cubicBezTo>
                <a:cubicBezTo>
                  <a:pt x="1660351" y="-14880"/>
                  <a:pt x="1939818" y="3483"/>
                  <a:pt x="2191144" y="0"/>
                </a:cubicBezTo>
                <a:cubicBezTo>
                  <a:pt x="2442470" y="-3483"/>
                  <a:pt x="2591907" y="61548"/>
                  <a:pt x="2857777" y="0"/>
                </a:cubicBezTo>
                <a:cubicBezTo>
                  <a:pt x="3123647" y="-61548"/>
                  <a:pt x="3118933" y="57131"/>
                  <a:pt x="3344090" y="0"/>
                </a:cubicBezTo>
                <a:cubicBezTo>
                  <a:pt x="3569247" y="-57131"/>
                  <a:pt x="3682700" y="13667"/>
                  <a:pt x="3770298" y="0"/>
                </a:cubicBezTo>
                <a:cubicBezTo>
                  <a:pt x="3857896" y="-13667"/>
                  <a:pt x="4013765" y="5078"/>
                  <a:pt x="4196506" y="0"/>
                </a:cubicBezTo>
                <a:cubicBezTo>
                  <a:pt x="4379247" y="-5078"/>
                  <a:pt x="4441824" y="7913"/>
                  <a:pt x="4562607" y="0"/>
                </a:cubicBezTo>
                <a:cubicBezTo>
                  <a:pt x="4683390" y="-7913"/>
                  <a:pt x="4857259" y="45075"/>
                  <a:pt x="5109027" y="0"/>
                </a:cubicBezTo>
                <a:cubicBezTo>
                  <a:pt x="5360795" y="-45075"/>
                  <a:pt x="5713197" y="18852"/>
                  <a:pt x="6010620" y="0"/>
                </a:cubicBezTo>
                <a:cubicBezTo>
                  <a:pt x="6046835" y="149175"/>
                  <a:pt x="5988899" y="298260"/>
                  <a:pt x="6010620" y="437696"/>
                </a:cubicBezTo>
                <a:cubicBezTo>
                  <a:pt x="6032341" y="577132"/>
                  <a:pt x="5969035" y="732162"/>
                  <a:pt x="6010620" y="875391"/>
                </a:cubicBezTo>
                <a:cubicBezTo>
                  <a:pt x="5866212" y="888391"/>
                  <a:pt x="5689294" y="849509"/>
                  <a:pt x="5584412" y="875391"/>
                </a:cubicBezTo>
                <a:cubicBezTo>
                  <a:pt x="5479530" y="901273"/>
                  <a:pt x="5241499" y="827999"/>
                  <a:pt x="4977886" y="875391"/>
                </a:cubicBezTo>
                <a:cubicBezTo>
                  <a:pt x="4714273" y="922783"/>
                  <a:pt x="4642158" y="806127"/>
                  <a:pt x="4311254" y="875391"/>
                </a:cubicBezTo>
                <a:cubicBezTo>
                  <a:pt x="3980350" y="944655"/>
                  <a:pt x="4009000" y="830487"/>
                  <a:pt x="3885046" y="875391"/>
                </a:cubicBezTo>
                <a:cubicBezTo>
                  <a:pt x="3761092" y="920295"/>
                  <a:pt x="3567302" y="849012"/>
                  <a:pt x="3278520" y="875391"/>
                </a:cubicBezTo>
                <a:cubicBezTo>
                  <a:pt x="2989738" y="901770"/>
                  <a:pt x="2918366" y="871087"/>
                  <a:pt x="2792206" y="875391"/>
                </a:cubicBezTo>
                <a:cubicBezTo>
                  <a:pt x="2666046" y="879695"/>
                  <a:pt x="2524933" y="855033"/>
                  <a:pt x="2365999" y="875391"/>
                </a:cubicBezTo>
                <a:cubicBezTo>
                  <a:pt x="2207065" y="895749"/>
                  <a:pt x="2021896" y="852752"/>
                  <a:pt x="1879685" y="875391"/>
                </a:cubicBezTo>
                <a:cubicBezTo>
                  <a:pt x="1737474" y="898030"/>
                  <a:pt x="1540901" y="843538"/>
                  <a:pt x="1273159" y="875391"/>
                </a:cubicBezTo>
                <a:cubicBezTo>
                  <a:pt x="1005417" y="907244"/>
                  <a:pt x="974263" y="861058"/>
                  <a:pt x="846951" y="875391"/>
                </a:cubicBezTo>
                <a:cubicBezTo>
                  <a:pt x="719639" y="889724"/>
                  <a:pt x="394378" y="856420"/>
                  <a:pt x="0" y="875391"/>
                </a:cubicBezTo>
                <a:cubicBezTo>
                  <a:pt x="-11592" y="770644"/>
                  <a:pt x="48405" y="575893"/>
                  <a:pt x="0" y="446449"/>
                </a:cubicBezTo>
                <a:cubicBezTo>
                  <a:pt x="-48405" y="317005"/>
                  <a:pt x="40150" y="164388"/>
                  <a:pt x="0" y="0"/>
                </a:cubicBezTo>
                <a:close/>
              </a:path>
            </a:pathLst>
          </a:custGeom>
          <a:ln>
            <a:solidFill>
              <a:schemeClr val="tx1"/>
            </a:solidFill>
            <a:extLst>
              <a:ext uri="{C807C97D-BFC1-408E-A445-0C87EB9F89A2}">
                <ask:lineSketchStyleProps xmlns:ask="http://schemas.microsoft.com/office/drawing/2018/sketchyshapes" sd="3733227970">
                  <a:prstGeom prst="rect">
                    <a:avLst/>
                  </a:prstGeom>
                  <ask:type>
                    <ask:lineSketchScribble/>
                  </ask:type>
                </ask:lineSketchStyleProps>
              </a:ext>
            </a:extLst>
          </a:ln>
        </p:spPr>
      </p:pic>
      <p:sp>
        <p:nvSpPr>
          <p:cNvPr id="9" name="Rectangle 8">
            <a:extLst>
              <a:ext uri="{FF2B5EF4-FFF2-40B4-BE49-F238E27FC236}">
                <a16:creationId xmlns:a16="http://schemas.microsoft.com/office/drawing/2014/main" id="{AF4F7CE6-5D90-359E-DA6E-8715B537795C}"/>
              </a:ext>
            </a:extLst>
          </p:cNvPr>
          <p:cNvSpPr/>
          <p:nvPr/>
        </p:nvSpPr>
        <p:spPr>
          <a:xfrm>
            <a:off x="6032222" y="525004"/>
            <a:ext cx="1348902" cy="51909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Star: 8 Points 23">
            <a:extLst>
              <a:ext uri="{FF2B5EF4-FFF2-40B4-BE49-F238E27FC236}">
                <a16:creationId xmlns:a16="http://schemas.microsoft.com/office/drawing/2014/main" id="{B62F4914-7A7E-5BCA-83A3-BD6856DA6797}"/>
              </a:ext>
            </a:extLst>
          </p:cNvPr>
          <p:cNvSpPr/>
          <p:nvPr/>
        </p:nvSpPr>
        <p:spPr>
          <a:xfrm>
            <a:off x="5575994" y="853620"/>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1</a:t>
            </a:r>
          </a:p>
        </p:txBody>
      </p:sp>
      <p:pic>
        <p:nvPicPr>
          <p:cNvPr id="27" name="Picture 26">
            <a:extLst>
              <a:ext uri="{FF2B5EF4-FFF2-40B4-BE49-F238E27FC236}">
                <a16:creationId xmlns:a16="http://schemas.microsoft.com/office/drawing/2014/main" id="{7FA27F54-50A3-6786-D187-D49E4A3DE514}"/>
              </a:ext>
            </a:extLst>
          </p:cNvPr>
          <p:cNvPicPr>
            <a:picLocks noChangeAspect="1"/>
          </p:cNvPicPr>
          <p:nvPr/>
        </p:nvPicPr>
        <p:blipFill>
          <a:blip r:embed="rId4"/>
          <a:stretch>
            <a:fillRect/>
          </a:stretch>
        </p:blipFill>
        <p:spPr>
          <a:xfrm>
            <a:off x="6923824" y="1322800"/>
            <a:ext cx="4778713" cy="5309681"/>
          </a:xfrm>
          <a:custGeom>
            <a:avLst/>
            <a:gdLst>
              <a:gd name="csX0" fmla="*/ 0 w 4778713"/>
              <a:gd name="csY0" fmla="*/ 0 h 5309681"/>
              <a:gd name="csX1" fmla="*/ 645126 w 4778713"/>
              <a:gd name="csY1" fmla="*/ 0 h 5309681"/>
              <a:gd name="csX2" fmla="*/ 1338040 w 4778713"/>
              <a:gd name="csY2" fmla="*/ 0 h 5309681"/>
              <a:gd name="csX3" fmla="*/ 2030953 w 4778713"/>
              <a:gd name="csY3" fmla="*/ 0 h 5309681"/>
              <a:gd name="csX4" fmla="*/ 2628292 w 4778713"/>
              <a:gd name="csY4" fmla="*/ 0 h 5309681"/>
              <a:gd name="csX5" fmla="*/ 3273418 w 4778713"/>
              <a:gd name="csY5" fmla="*/ 0 h 5309681"/>
              <a:gd name="csX6" fmla="*/ 3775183 w 4778713"/>
              <a:gd name="csY6" fmla="*/ 0 h 5309681"/>
              <a:gd name="csX7" fmla="*/ 4778713 w 4778713"/>
              <a:gd name="csY7" fmla="*/ 0 h 5309681"/>
              <a:gd name="csX8" fmla="*/ 4778713 w 4778713"/>
              <a:gd name="csY8" fmla="*/ 589965 h 5309681"/>
              <a:gd name="csX9" fmla="*/ 4778713 w 4778713"/>
              <a:gd name="csY9" fmla="*/ 1179929 h 5309681"/>
              <a:gd name="csX10" fmla="*/ 4778713 w 4778713"/>
              <a:gd name="csY10" fmla="*/ 1876087 h 5309681"/>
              <a:gd name="csX11" fmla="*/ 4778713 w 4778713"/>
              <a:gd name="csY11" fmla="*/ 2412955 h 5309681"/>
              <a:gd name="csX12" fmla="*/ 4778713 w 4778713"/>
              <a:gd name="csY12" fmla="*/ 2843629 h 5309681"/>
              <a:gd name="csX13" fmla="*/ 4778713 w 4778713"/>
              <a:gd name="csY13" fmla="*/ 3327400 h 5309681"/>
              <a:gd name="csX14" fmla="*/ 4778713 w 4778713"/>
              <a:gd name="csY14" fmla="*/ 3864268 h 5309681"/>
              <a:gd name="csX15" fmla="*/ 4778713 w 4778713"/>
              <a:gd name="csY15" fmla="*/ 4294942 h 5309681"/>
              <a:gd name="csX16" fmla="*/ 4778713 w 4778713"/>
              <a:gd name="csY16" fmla="*/ 5309681 h 5309681"/>
              <a:gd name="csX17" fmla="*/ 4324735 w 4778713"/>
              <a:gd name="csY17" fmla="*/ 5309681 h 5309681"/>
              <a:gd name="csX18" fmla="*/ 3679609 w 4778713"/>
              <a:gd name="csY18" fmla="*/ 5309681 h 5309681"/>
              <a:gd name="csX19" fmla="*/ 3225631 w 4778713"/>
              <a:gd name="csY19" fmla="*/ 5309681 h 5309681"/>
              <a:gd name="csX20" fmla="*/ 2771654 w 4778713"/>
              <a:gd name="csY20" fmla="*/ 5309681 h 5309681"/>
              <a:gd name="csX21" fmla="*/ 2078740 w 4778713"/>
              <a:gd name="csY21" fmla="*/ 5309681 h 5309681"/>
              <a:gd name="csX22" fmla="*/ 1481401 w 4778713"/>
              <a:gd name="csY22" fmla="*/ 5309681 h 5309681"/>
              <a:gd name="csX23" fmla="*/ 979636 w 4778713"/>
              <a:gd name="csY23" fmla="*/ 5309681 h 5309681"/>
              <a:gd name="csX24" fmla="*/ 0 w 4778713"/>
              <a:gd name="csY24" fmla="*/ 5309681 h 5309681"/>
              <a:gd name="csX25" fmla="*/ 0 w 4778713"/>
              <a:gd name="csY25" fmla="*/ 4879007 h 5309681"/>
              <a:gd name="csX26" fmla="*/ 0 w 4778713"/>
              <a:gd name="csY26" fmla="*/ 4182849 h 5309681"/>
              <a:gd name="csX27" fmla="*/ 0 w 4778713"/>
              <a:gd name="csY27" fmla="*/ 3699078 h 5309681"/>
              <a:gd name="csX28" fmla="*/ 0 w 4778713"/>
              <a:gd name="csY28" fmla="*/ 3268404 h 5309681"/>
              <a:gd name="csX29" fmla="*/ 0 w 4778713"/>
              <a:gd name="csY29" fmla="*/ 2837730 h 5309681"/>
              <a:gd name="csX30" fmla="*/ 0 w 4778713"/>
              <a:gd name="csY30" fmla="*/ 2353959 h 5309681"/>
              <a:gd name="csX31" fmla="*/ 0 w 4778713"/>
              <a:gd name="csY31" fmla="*/ 1817091 h 5309681"/>
              <a:gd name="csX32" fmla="*/ 0 w 4778713"/>
              <a:gd name="csY32" fmla="*/ 1333320 h 5309681"/>
              <a:gd name="csX33" fmla="*/ 0 w 4778713"/>
              <a:gd name="csY33" fmla="*/ 637162 h 5309681"/>
              <a:gd name="csX34" fmla="*/ 0 w 4778713"/>
              <a:gd name="csY34" fmla="*/ 0 h 5309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778713" h="5309681" fill="none" extrusionOk="0">
                <a:moveTo>
                  <a:pt x="0" y="0"/>
                </a:moveTo>
                <a:cubicBezTo>
                  <a:pt x="312341" y="-52759"/>
                  <a:pt x="375543" y="62422"/>
                  <a:pt x="645126" y="0"/>
                </a:cubicBezTo>
                <a:cubicBezTo>
                  <a:pt x="914709" y="-62422"/>
                  <a:pt x="1033922" y="45113"/>
                  <a:pt x="1338040" y="0"/>
                </a:cubicBezTo>
                <a:cubicBezTo>
                  <a:pt x="1642158" y="-45113"/>
                  <a:pt x="1864949" y="63983"/>
                  <a:pt x="2030953" y="0"/>
                </a:cubicBezTo>
                <a:cubicBezTo>
                  <a:pt x="2196957" y="-63983"/>
                  <a:pt x="2494812" y="12970"/>
                  <a:pt x="2628292" y="0"/>
                </a:cubicBezTo>
                <a:cubicBezTo>
                  <a:pt x="2761772" y="-12970"/>
                  <a:pt x="3013888" y="51936"/>
                  <a:pt x="3273418" y="0"/>
                </a:cubicBezTo>
                <a:cubicBezTo>
                  <a:pt x="3532948" y="-51936"/>
                  <a:pt x="3542896" y="20947"/>
                  <a:pt x="3775183" y="0"/>
                </a:cubicBezTo>
                <a:cubicBezTo>
                  <a:pt x="4007470" y="-20947"/>
                  <a:pt x="4479727" y="26902"/>
                  <a:pt x="4778713" y="0"/>
                </a:cubicBezTo>
                <a:cubicBezTo>
                  <a:pt x="4820215" y="205891"/>
                  <a:pt x="4710619" y="300191"/>
                  <a:pt x="4778713" y="589965"/>
                </a:cubicBezTo>
                <a:cubicBezTo>
                  <a:pt x="4846807" y="879740"/>
                  <a:pt x="4774381" y="1058884"/>
                  <a:pt x="4778713" y="1179929"/>
                </a:cubicBezTo>
                <a:cubicBezTo>
                  <a:pt x="4783045" y="1300974"/>
                  <a:pt x="4719499" y="1545386"/>
                  <a:pt x="4778713" y="1876087"/>
                </a:cubicBezTo>
                <a:cubicBezTo>
                  <a:pt x="4837927" y="2206788"/>
                  <a:pt x="4778522" y="2197191"/>
                  <a:pt x="4778713" y="2412955"/>
                </a:cubicBezTo>
                <a:cubicBezTo>
                  <a:pt x="4778904" y="2628719"/>
                  <a:pt x="4762359" y="2727911"/>
                  <a:pt x="4778713" y="2843629"/>
                </a:cubicBezTo>
                <a:cubicBezTo>
                  <a:pt x="4795067" y="2959347"/>
                  <a:pt x="4761716" y="3215284"/>
                  <a:pt x="4778713" y="3327400"/>
                </a:cubicBezTo>
                <a:cubicBezTo>
                  <a:pt x="4795710" y="3439516"/>
                  <a:pt x="4734648" y="3653444"/>
                  <a:pt x="4778713" y="3864268"/>
                </a:cubicBezTo>
                <a:cubicBezTo>
                  <a:pt x="4822778" y="4075092"/>
                  <a:pt x="4759443" y="4165549"/>
                  <a:pt x="4778713" y="4294942"/>
                </a:cubicBezTo>
                <a:cubicBezTo>
                  <a:pt x="4797983" y="4424335"/>
                  <a:pt x="4727888" y="4849196"/>
                  <a:pt x="4778713" y="5309681"/>
                </a:cubicBezTo>
                <a:cubicBezTo>
                  <a:pt x="4579077" y="5356053"/>
                  <a:pt x="4532975" y="5258057"/>
                  <a:pt x="4324735" y="5309681"/>
                </a:cubicBezTo>
                <a:cubicBezTo>
                  <a:pt x="4116495" y="5361305"/>
                  <a:pt x="3841292" y="5262307"/>
                  <a:pt x="3679609" y="5309681"/>
                </a:cubicBezTo>
                <a:cubicBezTo>
                  <a:pt x="3517926" y="5357055"/>
                  <a:pt x="3380060" y="5294819"/>
                  <a:pt x="3225631" y="5309681"/>
                </a:cubicBezTo>
                <a:cubicBezTo>
                  <a:pt x="3071202" y="5324543"/>
                  <a:pt x="2933418" y="5272167"/>
                  <a:pt x="2771654" y="5309681"/>
                </a:cubicBezTo>
                <a:cubicBezTo>
                  <a:pt x="2609890" y="5347195"/>
                  <a:pt x="2326345" y="5286691"/>
                  <a:pt x="2078740" y="5309681"/>
                </a:cubicBezTo>
                <a:cubicBezTo>
                  <a:pt x="1831135" y="5332671"/>
                  <a:pt x="1649765" y="5288048"/>
                  <a:pt x="1481401" y="5309681"/>
                </a:cubicBezTo>
                <a:cubicBezTo>
                  <a:pt x="1313037" y="5331314"/>
                  <a:pt x="1123191" y="5250974"/>
                  <a:pt x="979636" y="5309681"/>
                </a:cubicBezTo>
                <a:cubicBezTo>
                  <a:pt x="836082" y="5368388"/>
                  <a:pt x="458717" y="5252515"/>
                  <a:pt x="0" y="5309681"/>
                </a:cubicBezTo>
                <a:cubicBezTo>
                  <a:pt x="-50623" y="5108120"/>
                  <a:pt x="5473" y="5020467"/>
                  <a:pt x="0" y="4879007"/>
                </a:cubicBezTo>
                <a:cubicBezTo>
                  <a:pt x="-5473" y="4737547"/>
                  <a:pt x="76686" y="4502784"/>
                  <a:pt x="0" y="4182849"/>
                </a:cubicBezTo>
                <a:cubicBezTo>
                  <a:pt x="-76686" y="3862914"/>
                  <a:pt x="51398" y="3940920"/>
                  <a:pt x="0" y="3699078"/>
                </a:cubicBezTo>
                <a:cubicBezTo>
                  <a:pt x="-51398" y="3457236"/>
                  <a:pt x="50693" y="3434532"/>
                  <a:pt x="0" y="3268404"/>
                </a:cubicBezTo>
                <a:cubicBezTo>
                  <a:pt x="-50693" y="3102276"/>
                  <a:pt x="17672" y="3024317"/>
                  <a:pt x="0" y="2837730"/>
                </a:cubicBezTo>
                <a:cubicBezTo>
                  <a:pt x="-17672" y="2651143"/>
                  <a:pt x="27635" y="2467607"/>
                  <a:pt x="0" y="2353959"/>
                </a:cubicBezTo>
                <a:cubicBezTo>
                  <a:pt x="-27635" y="2240311"/>
                  <a:pt x="6728" y="1983470"/>
                  <a:pt x="0" y="1817091"/>
                </a:cubicBezTo>
                <a:cubicBezTo>
                  <a:pt x="-6728" y="1650712"/>
                  <a:pt x="661" y="1492506"/>
                  <a:pt x="0" y="1333320"/>
                </a:cubicBezTo>
                <a:cubicBezTo>
                  <a:pt x="-661" y="1174134"/>
                  <a:pt x="60983" y="820867"/>
                  <a:pt x="0" y="637162"/>
                </a:cubicBezTo>
                <a:cubicBezTo>
                  <a:pt x="-60983" y="453457"/>
                  <a:pt x="71885" y="303719"/>
                  <a:pt x="0" y="0"/>
                </a:cubicBezTo>
                <a:close/>
              </a:path>
              <a:path w="4778713" h="5309681" stroke="0" extrusionOk="0">
                <a:moveTo>
                  <a:pt x="0" y="0"/>
                </a:moveTo>
                <a:cubicBezTo>
                  <a:pt x="194959" y="-14426"/>
                  <a:pt x="290047" y="32103"/>
                  <a:pt x="501765" y="0"/>
                </a:cubicBezTo>
                <a:cubicBezTo>
                  <a:pt x="713484" y="-32103"/>
                  <a:pt x="907513" y="5070"/>
                  <a:pt x="1146891" y="0"/>
                </a:cubicBezTo>
                <a:cubicBezTo>
                  <a:pt x="1386269" y="-5070"/>
                  <a:pt x="1376080" y="36722"/>
                  <a:pt x="1600869" y="0"/>
                </a:cubicBezTo>
                <a:cubicBezTo>
                  <a:pt x="1825658" y="-36722"/>
                  <a:pt x="1945987" y="23512"/>
                  <a:pt x="2245995" y="0"/>
                </a:cubicBezTo>
                <a:cubicBezTo>
                  <a:pt x="2546003" y="-23512"/>
                  <a:pt x="2538687" y="19477"/>
                  <a:pt x="2747760" y="0"/>
                </a:cubicBezTo>
                <a:cubicBezTo>
                  <a:pt x="2956834" y="-19477"/>
                  <a:pt x="3084814" y="26908"/>
                  <a:pt x="3297312" y="0"/>
                </a:cubicBezTo>
                <a:cubicBezTo>
                  <a:pt x="3509810" y="-26908"/>
                  <a:pt x="3666069" y="3707"/>
                  <a:pt x="3799077" y="0"/>
                </a:cubicBezTo>
                <a:cubicBezTo>
                  <a:pt x="3932085" y="-3707"/>
                  <a:pt x="4043393" y="15381"/>
                  <a:pt x="4253055" y="0"/>
                </a:cubicBezTo>
                <a:cubicBezTo>
                  <a:pt x="4462717" y="-15381"/>
                  <a:pt x="4578672" y="30325"/>
                  <a:pt x="4778713" y="0"/>
                </a:cubicBezTo>
                <a:cubicBezTo>
                  <a:pt x="4817348" y="104109"/>
                  <a:pt x="4755423" y="277337"/>
                  <a:pt x="4778713" y="483771"/>
                </a:cubicBezTo>
                <a:cubicBezTo>
                  <a:pt x="4802003" y="690205"/>
                  <a:pt x="4770538" y="837779"/>
                  <a:pt x="4778713" y="967542"/>
                </a:cubicBezTo>
                <a:cubicBezTo>
                  <a:pt x="4786888" y="1097305"/>
                  <a:pt x="4702147" y="1371293"/>
                  <a:pt x="4778713" y="1663700"/>
                </a:cubicBezTo>
                <a:cubicBezTo>
                  <a:pt x="4855279" y="1956107"/>
                  <a:pt x="4754195" y="2089136"/>
                  <a:pt x="4778713" y="2306761"/>
                </a:cubicBezTo>
                <a:cubicBezTo>
                  <a:pt x="4803231" y="2524386"/>
                  <a:pt x="4727212" y="2556269"/>
                  <a:pt x="4778713" y="2790532"/>
                </a:cubicBezTo>
                <a:cubicBezTo>
                  <a:pt x="4830214" y="3024795"/>
                  <a:pt x="4749115" y="3164330"/>
                  <a:pt x="4778713" y="3327400"/>
                </a:cubicBezTo>
                <a:cubicBezTo>
                  <a:pt x="4808311" y="3490470"/>
                  <a:pt x="4761591" y="3646134"/>
                  <a:pt x="4778713" y="3811171"/>
                </a:cubicBezTo>
                <a:cubicBezTo>
                  <a:pt x="4795835" y="3976208"/>
                  <a:pt x="4737672" y="4237194"/>
                  <a:pt x="4778713" y="4454232"/>
                </a:cubicBezTo>
                <a:cubicBezTo>
                  <a:pt x="4819754" y="4671270"/>
                  <a:pt x="4775585" y="5024788"/>
                  <a:pt x="4778713" y="5309681"/>
                </a:cubicBezTo>
                <a:cubicBezTo>
                  <a:pt x="4573614" y="5345933"/>
                  <a:pt x="4416447" y="5268645"/>
                  <a:pt x="4324735" y="5309681"/>
                </a:cubicBezTo>
                <a:cubicBezTo>
                  <a:pt x="4233023" y="5350717"/>
                  <a:pt x="4018164" y="5266031"/>
                  <a:pt x="3870758" y="5309681"/>
                </a:cubicBezTo>
                <a:cubicBezTo>
                  <a:pt x="3723352" y="5353331"/>
                  <a:pt x="3534628" y="5258398"/>
                  <a:pt x="3225631" y="5309681"/>
                </a:cubicBezTo>
                <a:cubicBezTo>
                  <a:pt x="2916634" y="5360964"/>
                  <a:pt x="2796692" y="5256797"/>
                  <a:pt x="2580505" y="5309681"/>
                </a:cubicBezTo>
                <a:cubicBezTo>
                  <a:pt x="2364318" y="5362565"/>
                  <a:pt x="2252286" y="5268366"/>
                  <a:pt x="2078740" y="5309681"/>
                </a:cubicBezTo>
                <a:cubicBezTo>
                  <a:pt x="1905195" y="5350996"/>
                  <a:pt x="1844628" y="5258524"/>
                  <a:pt x="1624762" y="5309681"/>
                </a:cubicBezTo>
                <a:cubicBezTo>
                  <a:pt x="1404896" y="5360838"/>
                  <a:pt x="1250386" y="5294829"/>
                  <a:pt x="1027423" y="5309681"/>
                </a:cubicBezTo>
                <a:cubicBezTo>
                  <a:pt x="804460" y="5324533"/>
                  <a:pt x="386321" y="5266135"/>
                  <a:pt x="0" y="5309681"/>
                </a:cubicBezTo>
                <a:cubicBezTo>
                  <a:pt x="-17020" y="5046958"/>
                  <a:pt x="2301" y="4934568"/>
                  <a:pt x="0" y="4613523"/>
                </a:cubicBezTo>
                <a:cubicBezTo>
                  <a:pt x="-2301" y="4292478"/>
                  <a:pt x="51224" y="4269772"/>
                  <a:pt x="0" y="4076655"/>
                </a:cubicBezTo>
                <a:cubicBezTo>
                  <a:pt x="-51224" y="3883538"/>
                  <a:pt x="64211" y="3567260"/>
                  <a:pt x="0" y="3433594"/>
                </a:cubicBezTo>
                <a:cubicBezTo>
                  <a:pt x="-64211" y="3299928"/>
                  <a:pt x="15454" y="3000772"/>
                  <a:pt x="0" y="2790532"/>
                </a:cubicBezTo>
                <a:cubicBezTo>
                  <a:pt x="-15454" y="2580292"/>
                  <a:pt x="50689" y="2486019"/>
                  <a:pt x="0" y="2306761"/>
                </a:cubicBezTo>
                <a:cubicBezTo>
                  <a:pt x="-50689" y="2127503"/>
                  <a:pt x="11110" y="2014024"/>
                  <a:pt x="0" y="1769894"/>
                </a:cubicBezTo>
                <a:cubicBezTo>
                  <a:pt x="-11110" y="1525764"/>
                  <a:pt x="18095" y="1329290"/>
                  <a:pt x="0" y="1179929"/>
                </a:cubicBezTo>
                <a:cubicBezTo>
                  <a:pt x="-18095" y="1030568"/>
                  <a:pt x="24641" y="929055"/>
                  <a:pt x="0" y="696158"/>
                </a:cubicBezTo>
                <a:cubicBezTo>
                  <a:pt x="-24641" y="463261"/>
                  <a:pt x="63974" y="185274"/>
                  <a:pt x="0" y="0"/>
                </a:cubicBezTo>
                <a:close/>
              </a:path>
            </a:pathLst>
          </a:custGeom>
          <a:ln>
            <a:solidFill>
              <a:schemeClr val="tx1"/>
            </a:solidFill>
            <a:extLst>
              <a:ext uri="{C807C97D-BFC1-408E-A445-0C87EB9F89A2}">
                <ask:lineSketchStyleProps xmlns:ask="http://schemas.microsoft.com/office/drawing/2018/sketchyshapes" sd="4097953851">
                  <a:prstGeom prst="rect">
                    <a:avLst/>
                  </a:prstGeom>
                  <ask:type>
                    <ask:lineSketchScribble/>
                  </ask:type>
                </ask:lineSketchStyleProps>
              </a:ext>
            </a:extLst>
          </a:ln>
        </p:spPr>
      </p:pic>
      <p:sp>
        <p:nvSpPr>
          <p:cNvPr id="31" name="Rectangle 30">
            <a:extLst>
              <a:ext uri="{FF2B5EF4-FFF2-40B4-BE49-F238E27FC236}">
                <a16:creationId xmlns:a16="http://schemas.microsoft.com/office/drawing/2014/main" id="{2AD9D3F6-515F-16D7-EFC3-78302819F5F6}"/>
              </a:ext>
            </a:extLst>
          </p:cNvPr>
          <p:cNvSpPr/>
          <p:nvPr/>
        </p:nvSpPr>
        <p:spPr>
          <a:xfrm>
            <a:off x="7287089" y="4200472"/>
            <a:ext cx="2518391" cy="119679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Star: 8 Points 33">
            <a:extLst>
              <a:ext uri="{FF2B5EF4-FFF2-40B4-BE49-F238E27FC236}">
                <a16:creationId xmlns:a16="http://schemas.microsoft.com/office/drawing/2014/main" id="{2C54D982-5880-2890-B11F-62315E41BD69}"/>
              </a:ext>
            </a:extLst>
          </p:cNvPr>
          <p:cNvSpPr/>
          <p:nvPr/>
        </p:nvSpPr>
        <p:spPr>
          <a:xfrm>
            <a:off x="7381124" y="3886235"/>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2</a:t>
            </a:r>
          </a:p>
        </p:txBody>
      </p:sp>
      <p:pic>
        <p:nvPicPr>
          <p:cNvPr id="40" name="Picture 39">
            <a:extLst>
              <a:ext uri="{FF2B5EF4-FFF2-40B4-BE49-F238E27FC236}">
                <a16:creationId xmlns:a16="http://schemas.microsoft.com/office/drawing/2014/main" id="{FA463CED-A27F-6028-47EA-3666C2FEDD46}"/>
              </a:ext>
            </a:extLst>
          </p:cNvPr>
          <p:cNvPicPr>
            <a:picLocks noChangeAspect="1"/>
          </p:cNvPicPr>
          <p:nvPr/>
        </p:nvPicPr>
        <p:blipFill>
          <a:blip r:embed="rId5"/>
          <a:stretch>
            <a:fillRect/>
          </a:stretch>
        </p:blipFill>
        <p:spPr>
          <a:xfrm>
            <a:off x="9933135" y="5268573"/>
            <a:ext cx="1279276" cy="1115267"/>
          </a:xfrm>
          <a:prstGeom prst="rect">
            <a:avLst/>
          </a:prstGeom>
        </p:spPr>
      </p:pic>
      <mc:AlternateContent xmlns:mc="http://schemas.openxmlformats.org/markup-compatibility/2006">
        <mc:Choice xmlns:p14="http://schemas.microsoft.com/office/powerpoint/2010/main" Requires="p14">
          <p:contentPart p14:bwMode="auto" r:id="rId6">
            <p14:nvContentPartPr>
              <p14:cNvPr id="42" name="Ink 41">
                <a:extLst>
                  <a:ext uri="{FF2B5EF4-FFF2-40B4-BE49-F238E27FC236}">
                    <a16:creationId xmlns:a16="http://schemas.microsoft.com/office/drawing/2014/main" id="{21E46631-EE2A-60AB-8755-701EC21EC8CF}"/>
                  </a:ext>
                </a:extLst>
              </p14:cNvPr>
              <p14:cNvContentPartPr/>
              <p14:nvPr/>
            </p14:nvContentPartPr>
            <p14:xfrm>
              <a:off x="9714368" y="4584513"/>
              <a:ext cx="730800" cy="725760"/>
            </p14:xfrm>
          </p:contentPart>
        </mc:Choice>
        <mc:Fallback>
          <p:pic>
            <p:nvPicPr>
              <p:cNvPr id="42" name="Ink 41">
                <a:extLst>
                  <a:ext uri="{FF2B5EF4-FFF2-40B4-BE49-F238E27FC236}">
                    <a16:creationId xmlns:a16="http://schemas.microsoft.com/office/drawing/2014/main" id="{21E46631-EE2A-60AB-8755-701EC21EC8CF}"/>
                  </a:ext>
                </a:extLst>
              </p:cNvPr>
              <p:cNvPicPr/>
              <p:nvPr/>
            </p:nvPicPr>
            <p:blipFill>
              <a:blip r:embed="rId7"/>
              <a:stretch>
                <a:fillRect/>
              </a:stretch>
            </p:blipFill>
            <p:spPr>
              <a:xfrm>
                <a:off x="9705728" y="4575513"/>
                <a:ext cx="748440" cy="743400"/>
              </a:xfrm>
              <a:prstGeom prst="rect">
                <a:avLst/>
              </a:prstGeom>
            </p:spPr>
          </p:pic>
        </mc:Fallback>
      </mc:AlternateContent>
      <p:grpSp>
        <p:nvGrpSpPr>
          <p:cNvPr id="45" name="Group 44">
            <a:extLst>
              <a:ext uri="{FF2B5EF4-FFF2-40B4-BE49-F238E27FC236}">
                <a16:creationId xmlns:a16="http://schemas.microsoft.com/office/drawing/2014/main" id="{73CA06D1-9BB3-3FC1-5A87-742AB5E827AF}"/>
              </a:ext>
            </a:extLst>
          </p:cNvPr>
          <p:cNvGrpSpPr/>
          <p:nvPr/>
        </p:nvGrpSpPr>
        <p:grpSpPr>
          <a:xfrm>
            <a:off x="10395488" y="4675593"/>
            <a:ext cx="148680" cy="200880"/>
            <a:chOff x="10395488" y="4675593"/>
            <a:chExt cx="148680" cy="200880"/>
          </a:xfrm>
        </p:grpSpPr>
        <mc:AlternateContent xmlns:mc="http://schemas.openxmlformats.org/markup-compatibility/2006">
          <mc:Choice xmlns:p14="http://schemas.microsoft.com/office/powerpoint/2010/main" Requires="p14">
            <p:contentPart p14:bwMode="auto" r:id="rId8">
              <p14:nvContentPartPr>
                <p14:cNvPr id="43" name="Ink 42">
                  <a:extLst>
                    <a:ext uri="{FF2B5EF4-FFF2-40B4-BE49-F238E27FC236}">
                      <a16:creationId xmlns:a16="http://schemas.microsoft.com/office/drawing/2014/main" id="{D48F546B-55E3-9C8F-6D7D-9C22C3808679}"/>
                    </a:ext>
                  </a:extLst>
                </p14:cNvPr>
                <p14:cNvContentPartPr/>
                <p14:nvPr/>
              </p14:nvContentPartPr>
              <p14:xfrm>
                <a:off x="10395488" y="4785753"/>
                <a:ext cx="148680" cy="360"/>
              </p14:xfrm>
            </p:contentPart>
          </mc:Choice>
          <mc:Fallback>
            <p:pic>
              <p:nvPicPr>
                <p:cNvPr id="43" name="Ink 42">
                  <a:extLst>
                    <a:ext uri="{FF2B5EF4-FFF2-40B4-BE49-F238E27FC236}">
                      <a16:creationId xmlns:a16="http://schemas.microsoft.com/office/drawing/2014/main" id="{D48F546B-55E3-9C8F-6D7D-9C22C3808679}"/>
                    </a:ext>
                  </a:extLst>
                </p:cNvPr>
                <p:cNvPicPr/>
                <p:nvPr/>
              </p:nvPicPr>
              <p:blipFill>
                <a:blip r:embed="rId9"/>
                <a:stretch>
                  <a:fillRect/>
                </a:stretch>
              </p:blipFill>
              <p:spPr>
                <a:xfrm>
                  <a:off x="10386488" y="4777113"/>
                  <a:ext cx="1663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4" name="Ink 43">
                  <a:extLst>
                    <a:ext uri="{FF2B5EF4-FFF2-40B4-BE49-F238E27FC236}">
                      <a16:creationId xmlns:a16="http://schemas.microsoft.com/office/drawing/2014/main" id="{9BC56A40-D149-5B1B-7458-EDC9635BD020}"/>
                    </a:ext>
                  </a:extLst>
                </p14:cNvPr>
                <p14:cNvContentPartPr/>
                <p14:nvPr/>
              </p14:nvContentPartPr>
              <p14:xfrm>
                <a:off x="10473248" y="4675593"/>
                <a:ext cx="360" cy="200880"/>
              </p14:xfrm>
            </p:contentPart>
          </mc:Choice>
          <mc:Fallback>
            <p:pic>
              <p:nvPicPr>
                <p:cNvPr id="44" name="Ink 43">
                  <a:extLst>
                    <a:ext uri="{FF2B5EF4-FFF2-40B4-BE49-F238E27FC236}">
                      <a16:creationId xmlns:a16="http://schemas.microsoft.com/office/drawing/2014/main" id="{9BC56A40-D149-5B1B-7458-EDC9635BD020}"/>
                    </a:ext>
                  </a:extLst>
                </p:cNvPr>
                <p:cNvPicPr/>
                <p:nvPr/>
              </p:nvPicPr>
              <p:blipFill>
                <a:blip r:embed="rId11"/>
                <a:stretch>
                  <a:fillRect/>
                </a:stretch>
              </p:blipFill>
              <p:spPr>
                <a:xfrm>
                  <a:off x="10464608" y="4666593"/>
                  <a:ext cx="18000" cy="218520"/>
                </a:xfrm>
                <a:prstGeom prst="rect">
                  <a:avLst/>
                </a:prstGeom>
              </p:spPr>
            </p:pic>
          </mc:Fallback>
        </mc:AlternateContent>
      </p:grpSp>
      <p:sp>
        <p:nvSpPr>
          <p:cNvPr id="47" name="Rectangle 46">
            <a:extLst>
              <a:ext uri="{FF2B5EF4-FFF2-40B4-BE49-F238E27FC236}">
                <a16:creationId xmlns:a16="http://schemas.microsoft.com/office/drawing/2014/main" id="{A76BC229-9A49-1D98-F3F5-7A7937285C29}"/>
              </a:ext>
            </a:extLst>
          </p:cNvPr>
          <p:cNvSpPr/>
          <p:nvPr/>
        </p:nvSpPr>
        <p:spPr>
          <a:xfrm>
            <a:off x="10929994" y="4876946"/>
            <a:ext cx="677856" cy="237980"/>
          </a:xfrm>
          <a:prstGeom prst="rect">
            <a:avLst/>
          </a:prstGeom>
          <a:solidFill>
            <a:srgbClr val="FA1212"/>
          </a:solid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status</a:t>
            </a:r>
          </a:p>
        </p:txBody>
      </p:sp>
      <p:sp>
        <p:nvSpPr>
          <p:cNvPr id="49" name="Rectangle 48">
            <a:extLst>
              <a:ext uri="{FF2B5EF4-FFF2-40B4-BE49-F238E27FC236}">
                <a16:creationId xmlns:a16="http://schemas.microsoft.com/office/drawing/2014/main" id="{CCEFF4B9-B2F6-2D6A-9CBB-662B73C71C69}"/>
              </a:ext>
            </a:extLst>
          </p:cNvPr>
          <p:cNvSpPr/>
          <p:nvPr/>
        </p:nvSpPr>
        <p:spPr>
          <a:xfrm>
            <a:off x="8787319" y="5610642"/>
            <a:ext cx="927049" cy="237980"/>
          </a:xfrm>
          <a:prstGeom prst="rect">
            <a:avLst/>
          </a:prstGeom>
          <a:solidFill>
            <a:srgbClr val="FA1212"/>
          </a:solid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Class Name</a:t>
            </a:r>
          </a:p>
        </p:txBody>
      </p:sp>
      <p:sp>
        <p:nvSpPr>
          <p:cNvPr id="51" name="Rectangle 50">
            <a:extLst>
              <a:ext uri="{FF2B5EF4-FFF2-40B4-BE49-F238E27FC236}">
                <a16:creationId xmlns:a16="http://schemas.microsoft.com/office/drawing/2014/main" id="{329C36C0-955C-2826-C7F5-280B6C9B103A}"/>
              </a:ext>
            </a:extLst>
          </p:cNvPr>
          <p:cNvSpPr/>
          <p:nvPr/>
        </p:nvSpPr>
        <p:spPr>
          <a:xfrm>
            <a:off x="9127624" y="6264850"/>
            <a:ext cx="677856" cy="237980"/>
          </a:xfrm>
          <a:prstGeom prst="rect">
            <a:avLst/>
          </a:prstGeom>
          <a:solidFill>
            <a:srgbClr val="FA1212"/>
          </a:solid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Time</a:t>
            </a:r>
          </a:p>
        </p:txBody>
      </p:sp>
      <p:grpSp>
        <p:nvGrpSpPr>
          <p:cNvPr id="55" name="Group 54">
            <a:extLst>
              <a:ext uri="{FF2B5EF4-FFF2-40B4-BE49-F238E27FC236}">
                <a16:creationId xmlns:a16="http://schemas.microsoft.com/office/drawing/2014/main" id="{5F1413D8-2952-2544-BCDC-3EB5F9AA2DEF}"/>
              </a:ext>
            </a:extLst>
          </p:cNvPr>
          <p:cNvGrpSpPr/>
          <p:nvPr/>
        </p:nvGrpSpPr>
        <p:grpSpPr>
          <a:xfrm>
            <a:off x="9648848" y="5388393"/>
            <a:ext cx="459360" cy="227880"/>
            <a:chOff x="9648848" y="5388393"/>
            <a:chExt cx="459360" cy="227880"/>
          </a:xfrm>
        </p:grpSpPr>
        <mc:AlternateContent xmlns:mc="http://schemas.openxmlformats.org/markup-compatibility/2006">
          <mc:Choice xmlns:p14="http://schemas.microsoft.com/office/powerpoint/2010/main" Requires="p14">
            <p:contentPart p14:bwMode="auto" r:id="rId12">
              <p14:nvContentPartPr>
                <p14:cNvPr id="52" name="Ink 51">
                  <a:extLst>
                    <a:ext uri="{FF2B5EF4-FFF2-40B4-BE49-F238E27FC236}">
                      <a16:creationId xmlns:a16="http://schemas.microsoft.com/office/drawing/2014/main" id="{E9583775-F574-EF68-E9AD-0A7A9EA33FF3}"/>
                    </a:ext>
                  </a:extLst>
                </p14:cNvPr>
                <p14:cNvContentPartPr/>
                <p14:nvPr/>
              </p14:nvContentPartPr>
              <p14:xfrm>
                <a:off x="9655328" y="5388393"/>
                <a:ext cx="452880" cy="227880"/>
              </p14:xfrm>
            </p:contentPart>
          </mc:Choice>
          <mc:Fallback>
            <p:pic>
              <p:nvPicPr>
                <p:cNvPr id="52" name="Ink 51">
                  <a:extLst>
                    <a:ext uri="{FF2B5EF4-FFF2-40B4-BE49-F238E27FC236}">
                      <a16:creationId xmlns:a16="http://schemas.microsoft.com/office/drawing/2014/main" id="{E9583775-F574-EF68-E9AD-0A7A9EA33FF3}"/>
                    </a:ext>
                  </a:extLst>
                </p:cNvPr>
                <p:cNvPicPr/>
                <p:nvPr/>
              </p:nvPicPr>
              <p:blipFill>
                <a:blip r:embed="rId13"/>
                <a:stretch>
                  <a:fillRect/>
                </a:stretch>
              </p:blipFill>
              <p:spPr>
                <a:xfrm>
                  <a:off x="9646688" y="5379753"/>
                  <a:ext cx="47052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3" name="Ink 52">
                  <a:extLst>
                    <a:ext uri="{FF2B5EF4-FFF2-40B4-BE49-F238E27FC236}">
                      <a16:creationId xmlns:a16="http://schemas.microsoft.com/office/drawing/2014/main" id="{CB6EE494-DCD4-F9F6-3FF4-0DDA95AFE5AF}"/>
                    </a:ext>
                  </a:extLst>
                </p14:cNvPr>
                <p14:cNvContentPartPr/>
                <p14:nvPr/>
              </p14:nvContentPartPr>
              <p14:xfrm>
                <a:off x="9648848" y="5491713"/>
                <a:ext cx="123480" cy="92880"/>
              </p14:xfrm>
            </p:contentPart>
          </mc:Choice>
          <mc:Fallback>
            <p:pic>
              <p:nvPicPr>
                <p:cNvPr id="53" name="Ink 52">
                  <a:extLst>
                    <a:ext uri="{FF2B5EF4-FFF2-40B4-BE49-F238E27FC236}">
                      <a16:creationId xmlns:a16="http://schemas.microsoft.com/office/drawing/2014/main" id="{CB6EE494-DCD4-F9F6-3FF4-0DDA95AFE5AF}"/>
                    </a:ext>
                  </a:extLst>
                </p:cNvPr>
                <p:cNvPicPr/>
                <p:nvPr/>
              </p:nvPicPr>
              <p:blipFill>
                <a:blip r:embed="rId15"/>
                <a:stretch>
                  <a:fillRect/>
                </a:stretch>
              </p:blipFill>
              <p:spPr>
                <a:xfrm>
                  <a:off x="9640208" y="5482713"/>
                  <a:ext cx="141120" cy="110520"/>
                </a:xfrm>
                <a:prstGeom prst="rect">
                  <a:avLst/>
                </a:prstGeom>
              </p:spPr>
            </p:pic>
          </mc:Fallback>
        </mc:AlternateContent>
      </p:grpSp>
      <p:grpSp>
        <p:nvGrpSpPr>
          <p:cNvPr id="57" name="Group 56">
            <a:extLst>
              <a:ext uri="{FF2B5EF4-FFF2-40B4-BE49-F238E27FC236}">
                <a16:creationId xmlns:a16="http://schemas.microsoft.com/office/drawing/2014/main" id="{759F2F1C-33DB-B167-D503-CC4C9368E8ED}"/>
              </a:ext>
            </a:extLst>
          </p:cNvPr>
          <p:cNvGrpSpPr/>
          <p:nvPr/>
        </p:nvGrpSpPr>
        <p:grpSpPr>
          <a:xfrm>
            <a:off x="11102168" y="5124513"/>
            <a:ext cx="146880" cy="200520"/>
            <a:chOff x="11102168" y="5124513"/>
            <a:chExt cx="146880" cy="200520"/>
          </a:xfrm>
        </p:grpSpPr>
        <mc:AlternateContent xmlns:mc="http://schemas.openxmlformats.org/markup-compatibility/2006">
          <mc:Choice xmlns:p14="http://schemas.microsoft.com/office/powerpoint/2010/main" Requires="p14">
            <p:contentPart p14:bwMode="auto" r:id="rId16">
              <p14:nvContentPartPr>
                <p14:cNvPr id="54" name="Ink 53">
                  <a:extLst>
                    <a:ext uri="{FF2B5EF4-FFF2-40B4-BE49-F238E27FC236}">
                      <a16:creationId xmlns:a16="http://schemas.microsoft.com/office/drawing/2014/main" id="{BF53C489-64BA-5091-31D5-2A48BDCDF10E}"/>
                    </a:ext>
                  </a:extLst>
                </p14:cNvPr>
                <p14:cNvContentPartPr/>
                <p14:nvPr/>
              </p14:nvContentPartPr>
              <p14:xfrm>
                <a:off x="11121608" y="5124513"/>
                <a:ext cx="127440" cy="193320"/>
              </p14:xfrm>
            </p:contentPart>
          </mc:Choice>
          <mc:Fallback>
            <p:pic>
              <p:nvPicPr>
                <p:cNvPr id="54" name="Ink 53">
                  <a:extLst>
                    <a:ext uri="{FF2B5EF4-FFF2-40B4-BE49-F238E27FC236}">
                      <a16:creationId xmlns:a16="http://schemas.microsoft.com/office/drawing/2014/main" id="{BF53C489-64BA-5091-31D5-2A48BDCDF10E}"/>
                    </a:ext>
                  </a:extLst>
                </p:cNvPr>
                <p:cNvPicPr/>
                <p:nvPr/>
              </p:nvPicPr>
              <p:blipFill>
                <a:blip r:embed="rId17"/>
                <a:stretch>
                  <a:fillRect/>
                </a:stretch>
              </p:blipFill>
              <p:spPr>
                <a:xfrm>
                  <a:off x="11112968" y="5115513"/>
                  <a:ext cx="1450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6" name="Ink 55">
                  <a:extLst>
                    <a:ext uri="{FF2B5EF4-FFF2-40B4-BE49-F238E27FC236}">
                      <a16:creationId xmlns:a16="http://schemas.microsoft.com/office/drawing/2014/main" id="{5620CE7D-307C-916D-D547-33B6D1ACD143}"/>
                    </a:ext>
                  </a:extLst>
                </p14:cNvPr>
                <p14:cNvContentPartPr/>
                <p14:nvPr/>
              </p14:nvContentPartPr>
              <p14:xfrm>
                <a:off x="11102168" y="5251593"/>
                <a:ext cx="97920" cy="73440"/>
              </p14:xfrm>
            </p:contentPart>
          </mc:Choice>
          <mc:Fallback>
            <p:pic>
              <p:nvPicPr>
                <p:cNvPr id="56" name="Ink 55">
                  <a:extLst>
                    <a:ext uri="{FF2B5EF4-FFF2-40B4-BE49-F238E27FC236}">
                      <a16:creationId xmlns:a16="http://schemas.microsoft.com/office/drawing/2014/main" id="{5620CE7D-307C-916D-D547-33B6D1ACD143}"/>
                    </a:ext>
                  </a:extLst>
                </p:cNvPr>
                <p:cNvPicPr/>
                <p:nvPr/>
              </p:nvPicPr>
              <p:blipFill>
                <a:blip r:embed="rId19"/>
                <a:stretch>
                  <a:fillRect/>
                </a:stretch>
              </p:blipFill>
              <p:spPr>
                <a:xfrm>
                  <a:off x="11093168" y="5242953"/>
                  <a:ext cx="115560" cy="91080"/>
                </a:xfrm>
                <a:prstGeom prst="rect">
                  <a:avLst/>
                </a:prstGeom>
              </p:spPr>
            </p:pic>
          </mc:Fallback>
        </mc:AlternateContent>
      </p:grpSp>
      <p:grpSp>
        <p:nvGrpSpPr>
          <p:cNvPr id="60" name="Group 59">
            <a:extLst>
              <a:ext uri="{FF2B5EF4-FFF2-40B4-BE49-F238E27FC236}">
                <a16:creationId xmlns:a16="http://schemas.microsoft.com/office/drawing/2014/main" id="{A08AC182-4ED2-CD1C-D998-B2C330E1AD90}"/>
              </a:ext>
            </a:extLst>
          </p:cNvPr>
          <p:cNvGrpSpPr/>
          <p:nvPr/>
        </p:nvGrpSpPr>
        <p:grpSpPr>
          <a:xfrm>
            <a:off x="9811928" y="6186513"/>
            <a:ext cx="363600" cy="190080"/>
            <a:chOff x="9811928" y="6186513"/>
            <a:chExt cx="363600" cy="190080"/>
          </a:xfrm>
        </p:grpSpPr>
        <mc:AlternateContent xmlns:mc="http://schemas.openxmlformats.org/markup-compatibility/2006">
          <mc:Choice xmlns:p14="http://schemas.microsoft.com/office/powerpoint/2010/main" Requires="p14">
            <p:contentPart p14:bwMode="auto" r:id="rId20">
              <p14:nvContentPartPr>
                <p14:cNvPr id="58" name="Ink 57">
                  <a:extLst>
                    <a:ext uri="{FF2B5EF4-FFF2-40B4-BE49-F238E27FC236}">
                      <a16:creationId xmlns:a16="http://schemas.microsoft.com/office/drawing/2014/main" id="{29246A44-0C3F-1462-CEEB-CA5B0BCEFDD4}"/>
                    </a:ext>
                  </a:extLst>
                </p14:cNvPr>
                <p14:cNvContentPartPr/>
                <p14:nvPr/>
              </p14:nvContentPartPr>
              <p14:xfrm>
                <a:off x="9811928" y="6348873"/>
                <a:ext cx="1440" cy="360"/>
              </p14:xfrm>
            </p:contentPart>
          </mc:Choice>
          <mc:Fallback>
            <p:pic>
              <p:nvPicPr>
                <p:cNvPr id="58" name="Ink 57">
                  <a:extLst>
                    <a:ext uri="{FF2B5EF4-FFF2-40B4-BE49-F238E27FC236}">
                      <a16:creationId xmlns:a16="http://schemas.microsoft.com/office/drawing/2014/main" id="{29246A44-0C3F-1462-CEEB-CA5B0BCEFDD4}"/>
                    </a:ext>
                  </a:extLst>
                </p:cNvPr>
                <p:cNvPicPr/>
                <p:nvPr/>
              </p:nvPicPr>
              <p:blipFill>
                <a:blip r:embed="rId21"/>
                <a:stretch>
                  <a:fillRect/>
                </a:stretch>
              </p:blipFill>
              <p:spPr>
                <a:xfrm>
                  <a:off x="9802928" y="6339873"/>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59" name="Ink 58">
                  <a:extLst>
                    <a:ext uri="{FF2B5EF4-FFF2-40B4-BE49-F238E27FC236}">
                      <a16:creationId xmlns:a16="http://schemas.microsoft.com/office/drawing/2014/main" id="{027077CA-8D97-D2EA-B9DF-E62915D8083E}"/>
                    </a:ext>
                  </a:extLst>
                </p14:cNvPr>
                <p14:cNvContentPartPr/>
                <p14:nvPr/>
              </p14:nvContentPartPr>
              <p14:xfrm>
                <a:off x="9834248" y="6186513"/>
                <a:ext cx="341280" cy="190080"/>
              </p14:xfrm>
            </p:contentPart>
          </mc:Choice>
          <mc:Fallback>
            <p:pic>
              <p:nvPicPr>
                <p:cNvPr id="59" name="Ink 58">
                  <a:extLst>
                    <a:ext uri="{FF2B5EF4-FFF2-40B4-BE49-F238E27FC236}">
                      <a16:creationId xmlns:a16="http://schemas.microsoft.com/office/drawing/2014/main" id="{027077CA-8D97-D2EA-B9DF-E62915D8083E}"/>
                    </a:ext>
                  </a:extLst>
                </p:cNvPr>
                <p:cNvPicPr/>
                <p:nvPr/>
              </p:nvPicPr>
              <p:blipFill>
                <a:blip r:embed="rId23"/>
                <a:stretch>
                  <a:fillRect/>
                </a:stretch>
              </p:blipFill>
              <p:spPr>
                <a:xfrm>
                  <a:off x="9825248" y="6177873"/>
                  <a:ext cx="358920" cy="207720"/>
                </a:xfrm>
                <a:prstGeom prst="rect">
                  <a:avLst/>
                </a:prstGeom>
              </p:spPr>
            </p:pic>
          </mc:Fallback>
        </mc:AlternateContent>
      </p:grpSp>
    </p:spTree>
    <p:extLst>
      <p:ext uri="{BB962C8B-B14F-4D97-AF65-F5344CB8AC3E}">
        <p14:creationId xmlns:p14="http://schemas.microsoft.com/office/powerpoint/2010/main" val="3173935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C51C-46AC-FF1E-F290-EDCFBB0F87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8C0E29-8ECB-0D2C-2F89-6822BBE65886}"/>
              </a:ext>
            </a:extLst>
          </p:cNvPr>
          <p:cNvSpPr txBox="1"/>
          <p:nvPr/>
        </p:nvSpPr>
        <p:spPr>
          <a:xfrm>
            <a:off x="548640" y="411480"/>
            <a:ext cx="11064240" cy="938719"/>
          </a:xfrm>
          <a:prstGeom prst="rect">
            <a:avLst/>
          </a:prstGeom>
          <a:noFill/>
        </p:spPr>
        <p:txBody>
          <a:bodyPr wrap="square">
            <a:spAutoFit/>
          </a:bodyPr>
          <a:lstStyle/>
          <a:p>
            <a:pPr>
              <a:defRPr sz="3200" b="1">
                <a:solidFill>
                  <a:srgbClr val="212529"/>
                </a:solidFill>
                <a:latin typeface="Segoe UI"/>
              </a:defRPr>
            </a:pPr>
            <a:r>
              <a:rPr lang="en-US" dirty="0"/>
              <a:t>MY SCHEDULE</a:t>
            </a:r>
          </a:p>
          <a:p>
            <a:pPr>
              <a:spcBef>
                <a:spcPts val="600"/>
              </a:spcBef>
              <a:defRPr sz="1800">
                <a:solidFill>
                  <a:srgbClr val="6C757D"/>
                </a:solidFill>
                <a:latin typeface="Segoe UI"/>
              </a:defRPr>
            </a:pPr>
            <a:r>
              <a:rPr lang="en-US" dirty="0"/>
              <a:t>Details and Customize Buttons</a:t>
            </a:r>
            <a:endParaRPr dirty="0"/>
          </a:p>
        </p:txBody>
      </p:sp>
      <p:sp>
        <p:nvSpPr>
          <p:cNvPr id="3" name="TextBox 2">
            <a:extLst>
              <a:ext uri="{FF2B5EF4-FFF2-40B4-BE49-F238E27FC236}">
                <a16:creationId xmlns:a16="http://schemas.microsoft.com/office/drawing/2014/main" id="{C854FC62-7935-D7E5-A038-3B7D2408FC73}"/>
              </a:ext>
            </a:extLst>
          </p:cNvPr>
          <p:cNvSpPr txBox="1"/>
          <p:nvPr/>
        </p:nvSpPr>
        <p:spPr>
          <a:xfrm>
            <a:off x="322633" y="1371485"/>
            <a:ext cx="6554173" cy="5047536"/>
          </a:xfrm>
          <a:prstGeom prst="rect">
            <a:avLst/>
          </a:prstGeom>
          <a:noFill/>
        </p:spPr>
        <p:txBody>
          <a:bodyPr wrap="square">
            <a:spAutoFit/>
          </a:bodyPr>
          <a:lstStyle/>
          <a:p>
            <a:pPr>
              <a:spcAft>
                <a:spcPts val="1000"/>
              </a:spcAft>
              <a:defRPr sz="2000">
                <a:solidFill>
                  <a:srgbClr val="212529"/>
                </a:solidFill>
                <a:latin typeface="Segoe UI"/>
              </a:defRPr>
            </a:pPr>
            <a:r>
              <a:rPr lang="en-US" sz="1600" b="1" dirty="0"/>
              <a:t>1-</a:t>
            </a:r>
            <a:r>
              <a:rPr lang="en-US" sz="1600" dirty="0"/>
              <a:t> You can pick any Start and End date in the ‘</a:t>
            </a:r>
            <a:r>
              <a:rPr lang="en-US" sz="1600" b="1" dirty="0"/>
              <a:t>Choose dates</a:t>
            </a:r>
            <a:r>
              <a:rPr lang="en-US" sz="1600" dirty="0"/>
              <a:t>’ section or click on any buttons in the ‘</a:t>
            </a:r>
            <a:r>
              <a:rPr lang="en-US" sz="1600" b="1" dirty="0"/>
              <a:t>QUICK RANGE</a:t>
            </a:r>
            <a:r>
              <a:rPr lang="en-US" sz="1600" dirty="0"/>
              <a:t>’ to change the Start and End date.</a:t>
            </a:r>
          </a:p>
          <a:p>
            <a:pPr>
              <a:spcAft>
                <a:spcPts val="1000"/>
              </a:spcAft>
              <a:defRPr sz="2000">
                <a:solidFill>
                  <a:srgbClr val="212529"/>
                </a:solidFill>
                <a:latin typeface="Segoe UI"/>
              </a:defRPr>
            </a:pPr>
            <a:r>
              <a:rPr lang="en-US" sz="1600" dirty="0"/>
              <a:t>After entering the dates or picking a button from ‘</a:t>
            </a:r>
            <a:r>
              <a:rPr lang="en-US" sz="1600" b="1" dirty="0"/>
              <a:t>QUICK RANGE’</a:t>
            </a:r>
            <a:r>
              <a:rPr lang="en-US" sz="1600" dirty="0"/>
              <a:t>, click on ‘Show schedule’ button to load your schedule.</a:t>
            </a:r>
          </a:p>
          <a:p>
            <a:pPr>
              <a:spcAft>
                <a:spcPts val="1000"/>
              </a:spcAft>
              <a:defRPr sz="2000">
                <a:solidFill>
                  <a:srgbClr val="212529"/>
                </a:solidFill>
                <a:latin typeface="Segoe UI"/>
              </a:defRPr>
            </a:pPr>
            <a:r>
              <a:rPr lang="en-US" sz="1600" b="1" dirty="0"/>
              <a:t>2-</a:t>
            </a:r>
            <a:r>
              <a:rPr lang="en-US" sz="1600" dirty="0"/>
              <a:t> You see the summary and other info about your scheduled session in this section for the selected dates. You can also pick one of your classes from the dropdown in front of the </a:t>
            </a:r>
            <a:r>
              <a:rPr lang="en-US" sz="1600" b="1" dirty="0"/>
              <a:t>Vertical day view label</a:t>
            </a:r>
            <a:r>
              <a:rPr lang="en-US" sz="1600" dirty="0"/>
              <a:t>, to only see the session of that class. If you want to Automatically/Manually reload your schedule, you can mange it from this section.</a:t>
            </a:r>
          </a:p>
          <a:p>
            <a:pPr>
              <a:spcAft>
                <a:spcPts val="1000"/>
              </a:spcAft>
              <a:defRPr sz="2000">
                <a:solidFill>
                  <a:srgbClr val="212529"/>
                </a:solidFill>
                <a:latin typeface="Segoe UI"/>
              </a:defRPr>
            </a:pPr>
            <a:r>
              <a:rPr lang="en-US" sz="1600" b="1" dirty="0"/>
              <a:t>3-</a:t>
            </a:r>
            <a:r>
              <a:rPr lang="en-US" sz="1600" dirty="0"/>
              <a:t> You have access to some View Managing tools to change and customize the display of the sessions/cards.</a:t>
            </a:r>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r>
              <a:rPr lang="en-US" sz="1600" dirty="0"/>
              <a:t>The background </a:t>
            </a:r>
            <a:r>
              <a:rPr lang="en-US" sz="1600" dirty="0" err="1"/>
              <a:t>colour</a:t>
            </a:r>
            <a:r>
              <a:rPr lang="en-US" sz="1600" dirty="0"/>
              <a:t> of the cards shows the status of the session. </a:t>
            </a:r>
            <a:r>
              <a:rPr lang="en-US" sz="1600" b="1" dirty="0"/>
              <a:t>Green</a:t>
            </a:r>
            <a:r>
              <a:rPr lang="en-US" sz="1600" dirty="0"/>
              <a:t> is for </a:t>
            </a:r>
            <a:r>
              <a:rPr lang="en-US" sz="1600" b="1" dirty="0"/>
              <a:t>Completed</a:t>
            </a:r>
            <a:r>
              <a:rPr lang="en-US" sz="1600" dirty="0"/>
              <a:t> sessions.</a:t>
            </a:r>
            <a:endParaRPr sz="1600" dirty="0"/>
          </a:p>
        </p:txBody>
      </p:sp>
      <p:sp>
        <p:nvSpPr>
          <p:cNvPr id="5" name="Rectangle 4">
            <a:extLst>
              <a:ext uri="{FF2B5EF4-FFF2-40B4-BE49-F238E27FC236}">
                <a16:creationId xmlns:a16="http://schemas.microsoft.com/office/drawing/2014/main" id="{C16BB9F1-A7EF-643C-8E5B-39C523C38D3E}"/>
              </a:ext>
            </a:extLst>
          </p:cNvPr>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lang="en-US" dirty="0"/>
              <a:t>MY SCHEDULE</a:t>
            </a:r>
          </a:p>
        </p:txBody>
      </p:sp>
      <p:pic>
        <p:nvPicPr>
          <p:cNvPr id="27" name="Picture 26">
            <a:extLst>
              <a:ext uri="{FF2B5EF4-FFF2-40B4-BE49-F238E27FC236}">
                <a16:creationId xmlns:a16="http://schemas.microsoft.com/office/drawing/2014/main" id="{FDEBA51E-CC5F-7B17-E73D-F3702FBAC729}"/>
              </a:ext>
            </a:extLst>
          </p:cNvPr>
          <p:cNvPicPr>
            <a:picLocks noChangeAspect="1"/>
          </p:cNvPicPr>
          <p:nvPr/>
        </p:nvPicPr>
        <p:blipFill>
          <a:blip r:embed="rId3"/>
          <a:stretch>
            <a:fillRect/>
          </a:stretch>
        </p:blipFill>
        <p:spPr>
          <a:xfrm>
            <a:off x="6923824" y="1322800"/>
            <a:ext cx="4778713" cy="5309681"/>
          </a:xfrm>
          <a:custGeom>
            <a:avLst/>
            <a:gdLst>
              <a:gd name="csX0" fmla="*/ 0 w 4778713"/>
              <a:gd name="csY0" fmla="*/ 0 h 5309681"/>
              <a:gd name="csX1" fmla="*/ 645126 w 4778713"/>
              <a:gd name="csY1" fmla="*/ 0 h 5309681"/>
              <a:gd name="csX2" fmla="*/ 1338040 w 4778713"/>
              <a:gd name="csY2" fmla="*/ 0 h 5309681"/>
              <a:gd name="csX3" fmla="*/ 2030953 w 4778713"/>
              <a:gd name="csY3" fmla="*/ 0 h 5309681"/>
              <a:gd name="csX4" fmla="*/ 2628292 w 4778713"/>
              <a:gd name="csY4" fmla="*/ 0 h 5309681"/>
              <a:gd name="csX5" fmla="*/ 3273418 w 4778713"/>
              <a:gd name="csY5" fmla="*/ 0 h 5309681"/>
              <a:gd name="csX6" fmla="*/ 3775183 w 4778713"/>
              <a:gd name="csY6" fmla="*/ 0 h 5309681"/>
              <a:gd name="csX7" fmla="*/ 4778713 w 4778713"/>
              <a:gd name="csY7" fmla="*/ 0 h 5309681"/>
              <a:gd name="csX8" fmla="*/ 4778713 w 4778713"/>
              <a:gd name="csY8" fmla="*/ 589965 h 5309681"/>
              <a:gd name="csX9" fmla="*/ 4778713 w 4778713"/>
              <a:gd name="csY9" fmla="*/ 1179929 h 5309681"/>
              <a:gd name="csX10" fmla="*/ 4778713 w 4778713"/>
              <a:gd name="csY10" fmla="*/ 1876087 h 5309681"/>
              <a:gd name="csX11" fmla="*/ 4778713 w 4778713"/>
              <a:gd name="csY11" fmla="*/ 2412955 h 5309681"/>
              <a:gd name="csX12" fmla="*/ 4778713 w 4778713"/>
              <a:gd name="csY12" fmla="*/ 2843629 h 5309681"/>
              <a:gd name="csX13" fmla="*/ 4778713 w 4778713"/>
              <a:gd name="csY13" fmla="*/ 3327400 h 5309681"/>
              <a:gd name="csX14" fmla="*/ 4778713 w 4778713"/>
              <a:gd name="csY14" fmla="*/ 3864268 h 5309681"/>
              <a:gd name="csX15" fmla="*/ 4778713 w 4778713"/>
              <a:gd name="csY15" fmla="*/ 4294942 h 5309681"/>
              <a:gd name="csX16" fmla="*/ 4778713 w 4778713"/>
              <a:gd name="csY16" fmla="*/ 5309681 h 5309681"/>
              <a:gd name="csX17" fmla="*/ 4324735 w 4778713"/>
              <a:gd name="csY17" fmla="*/ 5309681 h 5309681"/>
              <a:gd name="csX18" fmla="*/ 3679609 w 4778713"/>
              <a:gd name="csY18" fmla="*/ 5309681 h 5309681"/>
              <a:gd name="csX19" fmla="*/ 3225631 w 4778713"/>
              <a:gd name="csY19" fmla="*/ 5309681 h 5309681"/>
              <a:gd name="csX20" fmla="*/ 2771654 w 4778713"/>
              <a:gd name="csY20" fmla="*/ 5309681 h 5309681"/>
              <a:gd name="csX21" fmla="*/ 2078740 w 4778713"/>
              <a:gd name="csY21" fmla="*/ 5309681 h 5309681"/>
              <a:gd name="csX22" fmla="*/ 1481401 w 4778713"/>
              <a:gd name="csY22" fmla="*/ 5309681 h 5309681"/>
              <a:gd name="csX23" fmla="*/ 979636 w 4778713"/>
              <a:gd name="csY23" fmla="*/ 5309681 h 5309681"/>
              <a:gd name="csX24" fmla="*/ 0 w 4778713"/>
              <a:gd name="csY24" fmla="*/ 5309681 h 5309681"/>
              <a:gd name="csX25" fmla="*/ 0 w 4778713"/>
              <a:gd name="csY25" fmla="*/ 4879007 h 5309681"/>
              <a:gd name="csX26" fmla="*/ 0 w 4778713"/>
              <a:gd name="csY26" fmla="*/ 4182849 h 5309681"/>
              <a:gd name="csX27" fmla="*/ 0 w 4778713"/>
              <a:gd name="csY27" fmla="*/ 3699078 h 5309681"/>
              <a:gd name="csX28" fmla="*/ 0 w 4778713"/>
              <a:gd name="csY28" fmla="*/ 3268404 h 5309681"/>
              <a:gd name="csX29" fmla="*/ 0 w 4778713"/>
              <a:gd name="csY29" fmla="*/ 2837730 h 5309681"/>
              <a:gd name="csX30" fmla="*/ 0 w 4778713"/>
              <a:gd name="csY30" fmla="*/ 2353959 h 5309681"/>
              <a:gd name="csX31" fmla="*/ 0 w 4778713"/>
              <a:gd name="csY31" fmla="*/ 1817091 h 5309681"/>
              <a:gd name="csX32" fmla="*/ 0 w 4778713"/>
              <a:gd name="csY32" fmla="*/ 1333320 h 5309681"/>
              <a:gd name="csX33" fmla="*/ 0 w 4778713"/>
              <a:gd name="csY33" fmla="*/ 637162 h 5309681"/>
              <a:gd name="csX34" fmla="*/ 0 w 4778713"/>
              <a:gd name="csY34" fmla="*/ 0 h 5309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778713" h="5309681" fill="none" extrusionOk="0">
                <a:moveTo>
                  <a:pt x="0" y="0"/>
                </a:moveTo>
                <a:cubicBezTo>
                  <a:pt x="312341" y="-52759"/>
                  <a:pt x="375543" y="62422"/>
                  <a:pt x="645126" y="0"/>
                </a:cubicBezTo>
                <a:cubicBezTo>
                  <a:pt x="914709" y="-62422"/>
                  <a:pt x="1033922" y="45113"/>
                  <a:pt x="1338040" y="0"/>
                </a:cubicBezTo>
                <a:cubicBezTo>
                  <a:pt x="1642158" y="-45113"/>
                  <a:pt x="1864949" y="63983"/>
                  <a:pt x="2030953" y="0"/>
                </a:cubicBezTo>
                <a:cubicBezTo>
                  <a:pt x="2196957" y="-63983"/>
                  <a:pt x="2494812" y="12970"/>
                  <a:pt x="2628292" y="0"/>
                </a:cubicBezTo>
                <a:cubicBezTo>
                  <a:pt x="2761772" y="-12970"/>
                  <a:pt x="3013888" y="51936"/>
                  <a:pt x="3273418" y="0"/>
                </a:cubicBezTo>
                <a:cubicBezTo>
                  <a:pt x="3532948" y="-51936"/>
                  <a:pt x="3542896" y="20947"/>
                  <a:pt x="3775183" y="0"/>
                </a:cubicBezTo>
                <a:cubicBezTo>
                  <a:pt x="4007470" y="-20947"/>
                  <a:pt x="4479727" y="26902"/>
                  <a:pt x="4778713" y="0"/>
                </a:cubicBezTo>
                <a:cubicBezTo>
                  <a:pt x="4820215" y="205891"/>
                  <a:pt x="4710619" y="300191"/>
                  <a:pt x="4778713" y="589965"/>
                </a:cubicBezTo>
                <a:cubicBezTo>
                  <a:pt x="4846807" y="879740"/>
                  <a:pt x="4774381" y="1058884"/>
                  <a:pt x="4778713" y="1179929"/>
                </a:cubicBezTo>
                <a:cubicBezTo>
                  <a:pt x="4783045" y="1300974"/>
                  <a:pt x="4719499" y="1545386"/>
                  <a:pt x="4778713" y="1876087"/>
                </a:cubicBezTo>
                <a:cubicBezTo>
                  <a:pt x="4837927" y="2206788"/>
                  <a:pt x="4778522" y="2197191"/>
                  <a:pt x="4778713" y="2412955"/>
                </a:cubicBezTo>
                <a:cubicBezTo>
                  <a:pt x="4778904" y="2628719"/>
                  <a:pt x="4762359" y="2727911"/>
                  <a:pt x="4778713" y="2843629"/>
                </a:cubicBezTo>
                <a:cubicBezTo>
                  <a:pt x="4795067" y="2959347"/>
                  <a:pt x="4761716" y="3215284"/>
                  <a:pt x="4778713" y="3327400"/>
                </a:cubicBezTo>
                <a:cubicBezTo>
                  <a:pt x="4795710" y="3439516"/>
                  <a:pt x="4734648" y="3653444"/>
                  <a:pt x="4778713" y="3864268"/>
                </a:cubicBezTo>
                <a:cubicBezTo>
                  <a:pt x="4822778" y="4075092"/>
                  <a:pt x="4759443" y="4165549"/>
                  <a:pt x="4778713" y="4294942"/>
                </a:cubicBezTo>
                <a:cubicBezTo>
                  <a:pt x="4797983" y="4424335"/>
                  <a:pt x="4727888" y="4849196"/>
                  <a:pt x="4778713" y="5309681"/>
                </a:cubicBezTo>
                <a:cubicBezTo>
                  <a:pt x="4579077" y="5356053"/>
                  <a:pt x="4532975" y="5258057"/>
                  <a:pt x="4324735" y="5309681"/>
                </a:cubicBezTo>
                <a:cubicBezTo>
                  <a:pt x="4116495" y="5361305"/>
                  <a:pt x="3841292" y="5262307"/>
                  <a:pt x="3679609" y="5309681"/>
                </a:cubicBezTo>
                <a:cubicBezTo>
                  <a:pt x="3517926" y="5357055"/>
                  <a:pt x="3380060" y="5294819"/>
                  <a:pt x="3225631" y="5309681"/>
                </a:cubicBezTo>
                <a:cubicBezTo>
                  <a:pt x="3071202" y="5324543"/>
                  <a:pt x="2933418" y="5272167"/>
                  <a:pt x="2771654" y="5309681"/>
                </a:cubicBezTo>
                <a:cubicBezTo>
                  <a:pt x="2609890" y="5347195"/>
                  <a:pt x="2326345" y="5286691"/>
                  <a:pt x="2078740" y="5309681"/>
                </a:cubicBezTo>
                <a:cubicBezTo>
                  <a:pt x="1831135" y="5332671"/>
                  <a:pt x="1649765" y="5288048"/>
                  <a:pt x="1481401" y="5309681"/>
                </a:cubicBezTo>
                <a:cubicBezTo>
                  <a:pt x="1313037" y="5331314"/>
                  <a:pt x="1123191" y="5250974"/>
                  <a:pt x="979636" y="5309681"/>
                </a:cubicBezTo>
                <a:cubicBezTo>
                  <a:pt x="836082" y="5368388"/>
                  <a:pt x="458717" y="5252515"/>
                  <a:pt x="0" y="5309681"/>
                </a:cubicBezTo>
                <a:cubicBezTo>
                  <a:pt x="-50623" y="5108120"/>
                  <a:pt x="5473" y="5020467"/>
                  <a:pt x="0" y="4879007"/>
                </a:cubicBezTo>
                <a:cubicBezTo>
                  <a:pt x="-5473" y="4737547"/>
                  <a:pt x="76686" y="4502784"/>
                  <a:pt x="0" y="4182849"/>
                </a:cubicBezTo>
                <a:cubicBezTo>
                  <a:pt x="-76686" y="3862914"/>
                  <a:pt x="51398" y="3940920"/>
                  <a:pt x="0" y="3699078"/>
                </a:cubicBezTo>
                <a:cubicBezTo>
                  <a:pt x="-51398" y="3457236"/>
                  <a:pt x="50693" y="3434532"/>
                  <a:pt x="0" y="3268404"/>
                </a:cubicBezTo>
                <a:cubicBezTo>
                  <a:pt x="-50693" y="3102276"/>
                  <a:pt x="17672" y="3024317"/>
                  <a:pt x="0" y="2837730"/>
                </a:cubicBezTo>
                <a:cubicBezTo>
                  <a:pt x="-17672" y="2651143"/>
                  <a:pt x="27635" y="2467607"/>
                  <a:pt x="0" y="2353959"/>
                </a:cubicBezTo>
                <a:cubicBezTo>
                  <a:pt x="-27635" y="2240311"/>
                  <a:pt x="6728" y="1983470"/>
                  <a:pt x="0" y="1817091"/>
                </a:cubicBezTo>
                <a:cubicBezTo>
                  <a:pt x="-6728" y="1650712"/>
                  <a:pt x="661" y="1492506"/>
                  <a:pt x="0" y="1333320"/>
                </a:cubicBezTo>
                <a:cubicBezTo>
                  <a:pt x="-661" y="1174134"/>
                  <a:pt x="60983" y="820867"/>
                  <a:pt x="0" y="637162"/>
                </a:cubicBezTo>
                <a:cubicBezTo>
                  <a:pt x="-60983" y="453457"/>
                  <a:pt x="71885" y="303719"/>
                  <a:pt x="0" y="0"/>
                </a:cubicBezTo>
                <a:close/>
              </a:path>
              <a:path w="4778713" h="5309681" stroke="0" extrusionOk="0">
                <a:moveTo>
                  <a:pt x="0" y="0"/>
                </a:moveTo>
                <a:cubicBezTo>
                  <a:pt x="194959" y="-14426"/>
                  <a:pt x="290047" y="32103"/>
                  <a:pt x="501765" y="0"/>
                </a:cubicBezTo>
                <a:cubicBezTo>
                  <a:pt x="713484" y="-32103"/>
                  <a:pt x="907513" y="5070"/>
                  <a:pt x="1146891" y="0"/>
                </a:cubicBezTo>
                <a:cubicBezTo>
                  <a:pt x="1386269" y="-5070"/>
                  <a:pt x="1376080" y="36722"/>
                  <a:pt x="1600869" y="0"/>
                </a:cubicBezTo>
                <a:cubicBezTo>
                  <a:pt x="1825658" y="-36722"/>
                  <a:pt x="1945987" y="23512"/>
                  <a:pt x="2245995" y="0"/>
                </a:cubicBezTo>
                <a:cubicBezTo>
                  <a:pt x="2546003" y="-23512"/>
                  <a:pt x="2538687" y="19477"/>
                  <a:pt x="2747760" y="0"/>
                </a:cubicBezTo>
                <a:cubicBezTo>
                  <a:pt x="2956834" y="-19477"/>
                  <a:pt x="3084814" y="26908"/>
                  <a:pt x="3297312" y="0"/>
                </a:cubicBezTo>
                <a:cubicBezTo>
                  <a:pt x="3509810" y="-26908"/>
                  <a:pt x="3666069" y="3707"/>
                  <a:pt x="3799077" y="0"/>
                </a:cubicBezTo>
                <a:cubicBezTo>
                  <a:pt x="3932085" y="-3707"/>
                  <a:pt x="4043393" y="15381"/>
                  <a:pt x="4253055" y="0"/>
                </a:cubicBezTo>
                <a:cubicBezTo>
                  <a:pt x="4462717" y="-15381"/>
                  <a:pt x="4578672" y="30325"/>
                  <a:pt x="4778713" y="0"/>
                </a:cubicBezTo>
                <a:cubicBezTo>
                  <a:pt x="4817348" y="104109"/>
                  <a:pt x="4755423" y="277337"/>
                  <a:pt x="4778713" y="483771"/>
                </a:cubicBezTo>
                <a:cubicBezTo>
                  <a:pt x="4802003" y="690205"/>
                  <a:pt x="4770538" y="837779"/>
                  <a:pt x="4778713" y="967542"/>
                </a:cubicBezTo>
                <a:cubicBezTo>
                  <a:pt x="4786888" y="1097305"/>
                  <a:pt x="4702147" y="1371293"/>
                  <a:pt x="4778713" y="1663700"/>
                </a:cubicBezTo>
                <a:cubicBezTo>
                  <a:pt x="4855279" y="1956107"/>
                  <a:pt x="4754195" y="2089136"/>
                  <a:pt x="4778713" y="2306761"/>
                </a:cubicBezTo>
                <a:cubicBezTo>
                  <a:pt x="4803231" y="2524386"/>
                  <a:pt x="4727212" y="2556269"/>
                  <a:pt x="4778713" y="2790532"/>
                </a:cubicBezTo>
                <a:cubicBezTo>
                  <a:pt x="4830214" y="3024795"/>
                  <a:pt x="4749115" y="3164330"/>
                  <a:pt x="4778713" y="3327400"/>
                </a:cubicBezTo>
                <a:cubicBezTo>
                  <a:pt x="4808311" y="3490470"/>
                  <a:pt x="4761591" y="3646134"/>
                  <a:pt x="4778713" y="3811171"/>
                </a:cubicBezTo>
                <a:cubicBezTo>
                  <a:pt x="4795835" y="3976208"/>
                  <a:pt x="4737672" y="4237194"/>
                  <a:pt x="4778713" y="4454232"/>
                </a:cubicBezTo>
                <a:cubicBezTo>
                  <a:pt x="4819754" y="4671270"/>
                  <a:pt x="4775585" y="5024788"/>
                  <a:pt x="4778713" y="5309681"/>
                </a:cubicBezTo>
                <a:cubicBezTo>
                  <a:pt x="4573614" y="5345933"/>
                  <a:pt x="4416447" y="5268645"/>
                  <a:pt x="4324735" y="5309681"/>
                </a:cubicBezTo>
                <a:cubicBezTo>
                  <a:pt x="4233023" y="5350717"/>
                  <a:pt x="4018164" y="5266031"/>
                  <a:pt x="3870758" y="5309681"/>
                </a:cubicBezTo>
                <a:cubicBezTo>
                  <a:pt x="3723352" y="5353331"/>
                  <a:pt x="3534628" y="5258398"/>
                  <a:pt x="3225631" y="5309681"/>
                </a:cubicBezTo>
                <a:cubicBezTo>
                  <a:pt x="2916634" y="5360964"/>
                  <a:pt x="2796692" y="5256797"/>
                  <a:pt x="2580505" y="5309681"/>
                </a:cubicBezTo>
                <a:cubicBezTo>
                  <a:pt x="2364318" y="5362565"/>
                  <a:pt x="2252286" y="5268366"/>
                  <a:pt x="2078740" y="5309681"/>
                </a:cubicBezTo>
                <a:cubicBezTo>
                  <a:pt x="1905195" y="5350996"/>
                  <a:pt x="1844628" y="5258524"/>
                  <a:pt x="1624762" y="5309681"/>
                </a:cubicBezTo>
                <a:cubicBezTo>
                  <a:pt x="1404896" y="5360838"/>
                  <a:pt x="1250386" y="5294829"/>
                  <a:pt x="1027423" y="5309681"/>
                </a:cubicBezTo>
                <a:cubicBezTo>
                  <a:pt x="804460" y="5324533"/>
                  <a:pt x="386321" y="5266135"/>
                  <a:pt x="0" y="5309681"/>
                </a:cubicBezTo>
                <a:cubicBezTo>
                  <a:pt x="-17020" y="5046958"/>
                  <a:pt x="2301" y="4934568"/>
                  <a:pt x="0" y="4613523"/>
                </a:cubicBezTo>
                <a:cubicBezTo>
                  <a:pt x="-2301" y="4292478"/>
                  <a:pt x="51224" y="4269772"/>
                  <a:pt x="0" y="4076655"/>
                </a:cubicBezTo>
                <a:cubicBezTo>
                  <a:pt x="-51224" y="3883538"/>
                  <a:pt x="64211" y="3567260"/>
                  <a:pt x="0" y="3433594"/>
                </a:cubicBezTo>
                <a:cubicBezTo>
                  <a:pt x="-64211" y="3299928"/>
                  <a:pt x="15454" y="3000772"/>
                  <a:pt x="0" y="2790532"/>
                </a:cubicBezTo>
                <a:cubicBezTo>
                  <a:pt x="-15454" y="2580292"/>
                  <a:pt x="50689" y="2486019"/>
                  <a:pt x="0" y="2306761"/>
                </a:cubicBezTo>
                <a:cubicBezTo>
                  <a:pt x="-50689" y="2127503"/>
                  <a:pt x="11110" y="2014024"/>
                  <a:pt x="0" y="1769894"/>
                </a:cubicBezTo>
                <a:cubicBezTo>
                  <a:pt x="-11110" y="1525764"/>
                  <a:pt x="18095" y="1329290"/>
                  <a:pt x="0" y="1179929"/>
                </a:cubicBezTo>
                <a:cubicBezTo>
                  <a:pt x="-18095" y="1030568"/>
                  <a:pt x="24641" y="929055"/>
                  <a:pt x="0" y="696158"/>
                </a:cubicBezTo>
                <a:cubicBezTo>
                  <a:pt x="-24641" y="463261"/>
                  <a:pt x="63974" y="185274"/>
                  <a:pt x="0" y="0"/>
                </a:cubicBezTo>
                <a:close/>
              </a:path>
            </a:pathLst>
          </a:custGeom>
          <a:ln>
            <a:solidFill>
              <a:schemeClr val="tx1"/>
            </a:solidFill>
            <a:extLst>
              <a:ext uri="{C807C97D-BFC1-408E-A445-0C87EB9F89A2}">
                <ask:lineSketchStyleProps xmlns:ask="http://schemas.microsoft.com/office/drawing/2018/sketchyshapes" sd="4097953851">
                  <a:prstGeom prst="rect">
                    <a:avLst/>
                  </a:prstGeom>
                  <ask:type>
                    <ask:lineSketchScribble/>
                  </ask:type>
                </ask:lineSketchStyleProps>
              </a:ext>
            </a:extLst>
          </a:ln>
        </p:spPr>
      </p:pic>
      <p:sp>
        <p:nvSpPr>
          <p:cNvPr id="31" name="Rectangle 30">
            <a:extLst>
              <a:ext uri="{FF2B5EF4-FFF2-40B4-BE49-F238E27FC236}">
                <a16:creationId xmlns:a16="http://schemas.microsoft.com/office/drawing/2014/main" id="{738C84B2-6014-DE03-BE1C-201FB2050DBE}"/>
              </a:ext>
            </a:extLst>
          </p:cNvPr>
          <p:cNvSpPr/>
          <p:nvPr/>
        </p:nvSpPr>
        <p:spPr>
          <a:xfrm>
            <a:off x="6995259" y="1755129"/>
            <a:ext cx="4707278" cy="119679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Star: 8 Points 23">
            <a:extLst>
              <a:ext uri="{FF2B5EF4-FFF2-40B4-BE49-F238E27FC236}">
                <a16:creationId xmlns:a16="http://schemas.microsoft.com/office/drawing/2014/main" id="{246FFF09-0DF8-29E3-56C4-97A78B930446}"/>
              </a:ext>
            </a:extLst>
          </p:cNvPr>
          <p:cNvSpPr/>
          <p:nvPr/>
        </p:nvSpPr>
        <p:spPr>
          <a:xfrm>
            <a:off x="8821185" y="1417968"/>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1</a:t>
            </a:r>
          </a:p>
        </p:txBody>
      </p:sp>
      <p:sp>
        <p:nvSpPr>
          <p:cNvPr id="7" name="Rectangle 6">
            <a:extLst>
              <a:ext uri="{FF2B5EF4-FFF2-40B4-BE49-F238E27FC236}">
                <a16:creationId xmlns:a16="http://schemas.microsoft.com/office/drawing/2014/main" id="{1EBA18C2-0629-CB3B-67DE-1D17DCDB7306}"/>
              </a:ext>
            </a:extLst>
          </p:cNvPr>
          <p:cNvSpPr/>
          <p:nvPr/>
        </p:nvSpPr>
        <p:spPr>
          <a:xfrm>
            <a:off x="10661515" y="3104321"/>
            <a:ext cx="1041022" cy="32004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Star: 8 Points 9">
            <a:extLst>
              <a:ext uri="{FF2B5EF4-FFF2-40B4-BE49-F238E27FC236}">
                <a16:creationId xmlns:a16="http://schemas.microsoft.com/office/drawing/2014/main" id="{86199439-F654-3620-EDDF-C1BDFD5AC1D9}"/>
              </a:ext>
            </a:extLst>
          </p:cNvPr>
          <p:cNvSpPr/>
          <p:nvPr/>
        </p:nvSpPr>
        <p:spPr>
          <a:xfrm>
            <a:off x="11749555" y="3069625"/>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3</a:t>
            </a:r>
          </a:p>
        </p:txBody>
      </p:sp>
      <p:sp>
        <p:nvSpPr>
          <p:cNvPr id="12" name="Rectangle 11">
            <a:extLst>
              <a:ext uri="{FF2B5EF4-FFF2-40B4-BE49-F238E27FC236}">
                <a16:creationId xmlns:a16="http://schemas.microsoft.com/office/drawing/2014/main" id="{47504ED2-DF29-1796-FBAF-A4100DB7CAF5}"/>
              </a:ext>
            </a:extLst>
          </p:cNvPr>
          <p:cNvSpPr/>
          <p:nvPr/>
        </p:nvSpPr>
        <p:spPr>
          <a:xfrm>
            <a:off x="6923824" y="3181637"/>
            <a:ext cx="1986712" cy="41111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Star: 8 Points 15">
            <a:extLst>
              <a:ext uri="{FF2B5EF4-FFF2-40B4-BE49-F238E27FC236}">
                <a16:creationId xmlns:a16="http://schemas.microsoft.com/office/drawing/2014/main" id="{7901A21D-D8AC-863F-5034-0EF66D6D8034}"/>
              </a:ext>
            </a:extLst>
          </p:cNvPr>
          <p:cNvSpPr/>
          <p:nvPr/>
        </p:nvSpPr>
        <p:spPr>
          <a:xfrm>
            <a:off x="8957554" y="3197626"/>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2</a:t>
            </a:r>
          </a:p>
        </p:txBody>
      </p:sp>
    </p:spTree>
    <p:extLst>
      <p:ext uri="{BB962C8B-B14F-4D97-AF65-F5344CB8AC3E}">
        <p14:creationId xmlns:p14="http://schemas.microsoft.com/office/powerpoint/2010/main" val="3095448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D4C72-D431-B516-6539-BF16198450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AEC0B7-E01F-FBF6-3440-7575568CA261}"/>
              </a:ext>
            </a:extLst>
          </p:cNvPr>
          <p:cNvSpPr txBox="1"/>
          <p:nvPr/>
        </p:nvSpPr>
        <p:spPr>
          <a:xfrm>
            <a:off x="548640" y="411480"/>
            <a:ext cx="11064240" cy="938719"/>
          </a:xfrm>
          <a:prstGeom prst="rect">
            <a:avLst/>
          </a:prstGeom>
          <a:noFill/>
        </p:spPr>
        <p:txBody>
          <a:bodyPr wrap="square">
            <a:spAutoFit/>
          </a:bodyPr>
          <a:lstStyle/>
          <a:p>
            <a:pPr>
              <a:defRPr sz="3200" b="1">
                <a:solidFill>
                  <a:srgbClr val="212529"/>
                </a:solidFill>
                <a:latin typeface="Segoe UI"/>
              </a:defRPr>
            </a:pPr>
            <a:r>
              <a:rPr lang="en-US" dirty="0"/>
              <a:t>MY SCHEDULE</a:t>
            </a:r>
          </a:p>
          <a:p>
            <a:pPr>
              <a:spcBef>
                <a:spcPts val="600"/>
              </a:spcBef>
              <a:defRPr sz="1800">
                <a:solidFill>
                  <a:srgbClr val="6C757D"/>
                </a:solidFill>
                <a:latin typeface="Segoe UI"/>
              </a:defRPr>
            </a:pPr>
            <a:r>
              <a:rPr lang="en-US" dirty="0"/>
              <a:t>Details and Customize Buttons</a:t>
            </a:r>
            <a:endParaRPr dirty="0"/>
          </a:p>
        </p:txBody>
      </p:sp>
      <p:sp>
        <p:nvSpPr>
          <p:cNvPr id="3" name="TextBox 2">
            <a:extLst>
              <a:ext uri="{FF2B5EF4-FFF2-40B4-BE49-F238E27FC236}">
                <a16:creationId xmlns:a16="http://schemas.microsoft.com/office/drawing/2014/main" id="{CFD8B895-F28A-C7C9-9213-C55FCDAFA1A0}"/>
              </a:ext>
            </a:extLst>
          </p:cNvPr>
          <p:cNvSpPr txBox="1"/>
          <p:nvPr/>
        </p:nvSpPr>
        <p:spPr>
          <a:xfrm>
            <a:off x="322633" y="1371485"/>
            <a:ext cx="6554173" cy="3580467"/>
          </a:xfrm>
          <a:prstGeom prst="rect">
            <a:avLst/>
          </a:prstGeom>
          <a:noFill/>
        </p:spPr>
        <p:txBody>
          <a:bodyPr wrap="square">
            <a:spAutoFit/>
          </a:bodyPr>
          <a:lstStyle/>
          <a:p>
            <a:pPr>
              <a:spcAft>
                <a:spcPts val="1000"/>
              </a:spcAft>
              <a:defRPr sz="2000">
                <a:solidFill>
                  <a:srgbClr val="212529"/>
                </a:solidFill>
                <a:latin typeface="Segoe UI"/>
              </a:defRPr>
            </a:pPr>
            <a:r>
              <a:rPr lang="en-US" sz="1600" b="1" dirty="0"/>
              <a:t>1- </a:t>
            </a:r>
            <a:r>
              <a:rPr lang="en-US" sz="1600" dirty="0"/>
              <a:t>Click on a </a:t>
            </a:r>
            <a:r>
              <a:rPr lang="en-US" sz="1600" b="1" dirty="0"/>
              <a:t>session/card </a:t>
            </a:r>
            <a:r>
              <a:rPr lang="en-US" sz="1600" dirty="0"/>
              <a:t>to open the </a:t>
            </a:r>
            <a:r>
              <a:rPr lang="en-US" sz="1600" b="1" dirty="0"/>
              <a:t>Manage Session </a:t>
            </a:r>
            <a:r>
              <a:rPr lang="en-US" sz="1600" dirty="0"/>
              <a:t>page.</a:t>
            </a:r>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r>
              <a:rPr lang="en-US" sz="1600" dirty="0"/>
              <a:t>You just need to hover the mouse on the session/card you wish to open, then click (Left Click) somewhere on the card.</a:t>
            </a:r>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endParaRPr lang="en-US" sz="1600" dirty="0"/>
          </a:p>
          <a:p>
            <a:pPr>
              <a:spcAft>
                <a:spcPts val="1000"/>
              </a:spcAft>
              <a:defRPr sz="2000">
                <a:solidFill>
                  <a:srgbClr val="212529"/>
                </a:solidFill>
                <a:latin typeface="Segoe UI"/>
              </a:defRPr>
            </a:pPr>
            <a:r>
              <a:rPr lang="en-US" sz="1600" dirty="0"/>
              <a:t>You can also Right-Click on the session/card, and then </a:t>
            </a:r>
            <a:endParaRPr sz="1600" dirty="0"/>
          </a:p>
        </p:txBody>
      </p:sp>
      <p:sp>
        <p:nvSpPr>
          <p:cNvPr id="5" name="Rectangle 4">
            <a:extLst>
              <a:ext uri="{FF2B5EF4-FFF2-40B4-BE49-F238E27FC236}">
                <a16:creationId xmlns:a16="http://schemas.microsoft.com/office/drawing/2014/main" id="{BC7F3C57-F10A-8D21-F5F6-7061479D6562}"/>
              </a:ext>
            </a:extLst>
          </p:cNvPr>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Segoe UI"/>
              </a:defRPr>
            </a:pPr>
            <a:r>
              <a:rPr lang="en-US" dirty="0"/>
              <a:t>MY SCHEDULE</a:t>
            </a:r>
          </a:p>
        </p:txBody>
      </p:sp>
      <p:pic>
        <p:nvPicPr>
          <p:cNvPr id="27" name="Picture 26">
            <a:extLst>
              <a:ext uri="{FF2B5EF4-FFF2-40B4-BE49-F238E27FC236}">
                <a16:creationId xmlns:a16="http://schemas.microsoft.com/office/drawing/2014/main" id="{345683F4-B11A-63BA-448D-4F4AD21649AE}"/>
              </a:ext>
            </a:extLst>
          </p:cNvPr>
          <p:cNvPicPr>
            <a:picLocks noChangeAspect="1"/>
          </p:cNvPicPr>
          <p:nvPr/>
        </p:nvPicPr>
        <p:blipFill>
          <a:blip r:embed="rId3"/>
          <a:srcRect t="41286"/>
          <a:stretch>
            <a:fillRect/>
          </a:stretch>
        </p:blipFill>
        <p:spPr>
          <a:xfrm>
            <a:off x="6761128" y="397375"/>
            <a:ext cx="4778713" cy="3117553"/>
          </a:xfrm>
          <a:custGeom>
            <a:avLst/>
            <a:gdLst>
              <a:gd name="csX0" fmla="*/ 0 w 4778713"/>
              <a:gd name="csY0" fmla="*/ 0 h 3117553"/>
              <a:gd name="csX1" fmla="*/ 645126 w 4778713"/>
              <a:gd name="csY1" fmla="*/ 0 h 3117553"/>
              <a:gd name="csX2" fmla="*/ 1290253 w 4778713"/>
              <a:gd name="csY2" fmla="*/ 0 h 3117553"/>
              <a:gd name="csX3" fmla="*/ 1887592 w 4778713"/>
              <a:gd name="csY3" fmla="*/ 0 h 3117553"/>
              <a:gd name="csX4" fmla="*/ 2484931 w 4778713"/>
              <a:gd name="csY4" fmla="*/ 0 h 3117553"/>
              <a:gd name="csX5" fmla="*/ 2986696 w 4778713"/>
              <a:gd name="csY5" fmla="*/ 0 h 3117553"/>
              <a:gd name="csX6" fmla="*/ 3584035 w 4778713"/>
              <a:gd name="csY6" fmla="*/ 0 h 3117553"/>
              <a:gd name="csX7" fmla="*/ 4229161 w 4778713"/>
              <a:gd name="csY7" fmla="*/ 0 h 3117553"/>
              <a:gd name="csX8" fmla="*/ 4778713 w 4778713"/>
              <a:gd name="csY8" fmla="*/ 0 h 3117553"/>
              <a:gd name="csX9" fmla="*/ 4778713 w 4778713"/>
              <a:gd name="csY9" fmla="*/ 581943 h 3117553"/>
              <a:gd name="csX10" fmla="*/ 4778713 w 4778713"/>
              <a:gd name="csY10" fmla="*/ 1039184 h 3117553"/>
              <a:gd name="csX11" fmla="*/ 4778713 w 4778713"/>
              <a:gd name="csY11" fmla="*/ 1527601 h 3117553"/>
              <a:gd name="csX12" fmla="*/ 4778713 w 4778713"/>
              <a:gd name="csY12" fmla="*/ 1984842 h 3117553"/>
              <a:gd name="csX13" fmla="*/ 4778713 w 4778713"/>
              <a:gd name="csY13" fmla="*/ 2410908 h 3117553"/>
              <a:gd name="csX14" fmla="*/ 4778713 w 4778713"/>
              <a:gd name="csY14" fmla="*/ 3117553 h 3117553"/>
              <a:gd name="csX15" fmla="*/ 4181374 w 4778713"/>
              <a:gd name="csY15" fmla="*/ 3117553 h 3117553"/>
              <a:gd name="csX16" fmla="*/ 3631822 w 4778713"/>
              <a:gd name="csY16" fmla="*/ 3117553 h 3117553"/>
              <a:gd name="csX17" fmla="*/ 3082270 w 4778713"/>
              <a:gd name="csY17" fmla="*/ 3117553 h 3117553"/>
              <a:gd name="csX18" fmla="*/ 2484931 w 4778713"/>
              <a:gd name="csY18" fmla="*/ 3117553 h 3117553"/>
              <a:gd name="csX19" fmla="*/ 1983166 w 4778713"/>
              <a:gd name="csY19" fmla="*/ 3117553 h 3117553"/>
              <a:gd name="csX20" fmla="*/ 1433614 w 4778713"/>
              <a:gd name="csY20" fmla="*/ 3117553 h 3117553"/>
              <a:gd name="csX21" fmla="*/ 931849 w 4778713"/>
              <a:gd name="csY21" fmla="*/ 3117553 h 3117553"/>
              <a:gd name="csX22" fmla="*/ 0 w 4778713"/>
              <a:gd name="csY22" fmla="*/ 3117553 h 3117553"/>
              <a:gd name="csX23" fmla="*/ 0 w 4778713"/>
              <a:gd name="csY23" fmla="*/ 2597961 h 3117553"/>
              <a:gd name="csX24" fmla="*/ 0 w 4778713"/>
              <a:gd name="csY24" fmla="*/ 2016018 h 3117553"/>
              <a:gd name="csX25" fmla="*/ 0 w 4778713"/>
              <a:gd name="csY25" fmla="*/ 1527601 h 3117553"/>
              <a:gd name="csX26" fmla="*/ 0 w 4778713"/>
              <a:gd name="csY26" fmla="*/ 976833 h 3117553"/>
              <a:gd name="csX27" fmla="*/ 0 w 4778713"/>
              <a:gd name="csY27" fmla="*/ 0 h 311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778713" h="3117553" fill="none" extrusionOk="0">
                <a:moveTo>
                  <a:pt x="0" y="0"/>
                </a:moveTo>
                <a:cubicBezTo>
                  <a:pt x="139698" y="-25007"/>
                  <a:pt x="345412" y="20092"/>
                  <a:pt x="645126" y="0"/>
                </a:cubicBezTo>
                <a:cubicBezTo>
                  <a:pt x="944840" y="-20092"/>
                  <a:pt x="1003789" y="65586"/>
                  <a:pt x="1290253" y="0"/>
                </a:cubicBezTo>
                <a:cubicBezTo>
                  <a:pt x="1576717" y="-65586"/>
                  <a:pt x="1643700" y="53715"/>
                  <a:pt x="1887592" y="0"/>
                </a:cubicBezTo>
                <a:cubicBezTo>
                  <a:pt x="2131484" y="-53715"/>
                  <a:pt x="2298837" y="46013"/>
                  <a:pt x="2484931" y="0"/>
                </a:cubicBezTo>
                <a:cubicBezTo>
                  <a:pt x="2671025" y="-46013"/>
                  <a:pt x="2861059" y="47553"/>
                  <a:pt x="2986696" y="0"/>
                </a:cubicBezTo>
                <a:cubicBezTo>
                  <a:pt x="3112334" y="-47553"/>
                  <a:pt x="3305468" y="4179"/>
                  <a:pt x="3584035" y="0"/>
                </a:cubicBezTo>
                <a:cubicBezTo>
                  <a:pt x="3862602" y="-4179"/>
                  <a:pt x="3959578" y="62422"/>
                  <a:pt x="4229161" y="0"/>
                </a:cubicBezTo>
                <a:cubicBezTo>
                  <a:pt x="4498744" y="-62422"/>
                  <a:pt x="4581435" y="65910"/>
                  <a:pt x="4778713" y="0"/>
                </a:cubicBezTo>
                <a:cubicBezTo>
                  <a:pt x="4822953" y="128614"/>
                  <a:pt x="4776985" y="354939"/>
                  <a:pt x="4778713" y="581943"/>
                </a:cubicBezTo>
                <a:cubicBezTo>
                  <a:pt x="4780441" y="808947"/>
                  <a:pt x="4735573" y="916218"/>
                  <a:pt x="4778713" y="1039184"/>
                </a:cubicBezTo>
                <a:cubicBezTo>
                  <a:pt x="4821853" y="1162150"/>
                  <a:pt x="4776954" y="1381583"/>
                  <a:pt x="4778713" y="1527601"/>
                </a:cubicBezTo>
                <a:cubicBezTo>
                  <a:pt x="4780472" y="1673619"/>
                  <a:pt x="4763661" y="1840770"/>
                  <a:pt x="4778713" y="1984842"/>
                </a:cubicBezTo>
                <a:cubicBezTo>
                  <a:pt x="4793765" y="2128914"/>
                  <a:pt x="4765143" y="2295846"/>
                  <a:pt x="4778713" y="2410908"/>
                </a:cubicBezTo>
                <a:cubicBezTo>
                  <a:pt x="4792283" y="2525970"/>
                  <a:pt x="4768008" y="2797007"/>
                  <a:pt x="4778713" y="3117553"/>
                </a:cubicBezTo>
                <a:cubicBezTo>
                  <a:pt x="4618051" y="3142690"/>
                  <a:pt x="4361802" y="3066741"/>
                  <a:pt x="4181374" y="3117553"/>
                </a:cubicBezTo>
                <a:cubicBezTo>
                  <a:pt x="4000946" y="3168365"/>
                  <a:pt x="3796544" y="3074176"/>
                  <a:pt x="3631822" y="3117553"/>
                </a:cubicBezTo>
                <a:cubicBezTo>
                  <a:pt x="3467100" y="3160930"/>
                  <a:pt x="3256531" y="3064394"/>
                  <a:pt x="3082270" y="3117553"/>
                </a:cubicBezTo>
                <a:cubicBezTo>
                  <a:pt x="2908009" y="3170712"/>
                  <a:pt x="2651964" y="3096254"/>
                  <a:pt x="2484931" y="3117553"/>
                </a:cubicBezTo>
                <a:cubicBezTo>
                  <a:pt x="2317898" y="3138852"/>
                  <a:pt x="2130867" y="3073646"/>
                  <a:pt x="1983166" y="3117553"/>
                </a:cubicBezTo>
                <a:cubicBezTo>
                  <a:pt x="1835465" y="3161460"/>
                  <a:pt x="1651039" y="3108008"/>
                  <a:pt x="1433614" y="3117553"/>
                </a:cubicBezTo>
                <a:cubicBezTo>
                  <a:pt x="1216189" y="3127098"/>
                  <a:pt x="1113590" y="3109359"/>
                  <a:pt x="931849" y="3117553"/>
                </a:cubicBezTo>
                <a:cubicBezTo>
                  <a:pt x="750108" y="3125747"/>
                  <a:pt x="268183" y="3061499"/>
                  <a:pt x="0" y="3117553"/>
                </a:cubicBezTo>
                <a:cubicBezTo>
                  <a:pt x="-56849" y="2926562"/>
                  <a:pt x="27083" y="2827810"/>
                  <a:pt x="0" y="2597961"/>
                </a:cubicBezTo>
                <a:cubicBezTo>
                  <a:pt x="-27083" y="2368112"/>
                  <a:pt x="42203" y="2137773"/>
                  <a:pt x="0" y="2016018"/>
                </a:cubicBezTo>
                <a:cubicBezTo>
                  <a:pt x="-42203" y="1894263"/>
                  <a:pt x="56274" y="1725272"/>
                  <a:pt x="0" y="1527601"/>
                </a:cubicBezTo>
                <a:cubicBezTo>
                  <a:pt x="-56274" y="1329930"/>
                  <a:pt x="53956" y="1130474"/>
                  <a:pt x="0" y="976833"/>
                </a:cubicBezTo>
                <a:cubicBezTo>
                  <a:pt x="-53956" y="823192"/>
                  <a:pt x="48100" y="474019"/>
                  <a:pt x="0" y="0"/>
                </a:cubicBezTo>
                <a:close/>
              </a:path>
              <a:path w="4778713" h="3117553" stroke="0" extrusionOk="0">
                <a:moveTo>
                  <a:pt x="0" y="0"/>
                </a:moveTo>
                <a:cubicBezTo>
                  <a:pt x="194959" y="-14426"/>
                  <a:pt x="290047" y="32103"/>
                  <a:pt x="501765" y="0"/>
                </a:cubicBezTo>
                <a:cubicBezTo>
                  <a:pt x="713484" y="-32103"/>
                  <a:pt x="907513" y="5070"/>
                  <a:pt x="1146891" y="0"/>
                </a:cubicBezTo>
                <a:cubicBezTo>
                  <a:pt x="1386269" y="-5070"/>
                  <a:pt x="1376080" y="36722"/>
                  <a:pt x="1600869" y="0"/>
                </a:cubicBezTo>
                <a:cubicBezTo>
                  <a:pt x="1825658" y="-36722"/>
                  <a:pt x="1945987" y="23512"/>
                  <a:pt x="2245995" y="0"/>
                </a:cubicBezTo>
                <a:cubicBezTo>
                  <a:pt x="2546003" y="-23512"/>
                  <a:pt x="2538687" y="19477"/>
                  <a:pt x="2747760" y="0"/>
                </a:cubicBezTo>
                <a:cubicBezTo>
                  <a:pt x="2956834" y="-19477"/>
                  <a:pt x="3084814" y="26908"/>
                  <a:pt x="3297312" y="0"/>
                </a:cubicBezTo>
                <a:cubicBezTo>
                  <a:pt x="3509810" y="-26908"/>
                  <a:pt x="3666069" y="3707"/>
                  <a:pt x="3799077" y="0"/>
                </a:cubicBezTo>
                <a:cubicBezTo>
                  <a:pt x="3932085" y="-3707"/>
                  <a:pt x="4043393" y="15381"/>
                  <a:pt x="4253055" y="0"/>
                </a:cubicBezTo>
                <a:cubicBezTo>
                  <a:pt x="4462717" y="-15381"/>
                  <a:pt x="4578672" y="30325"/>
                  <a:pt x="4778713" y="0"/>
                </a:cubicBezTo>
                <a:cubicBezTo>
                  <a:pt x="4780452" y="190540"/>
                  <a:pt x="4756656" y="306498"/>
                  <a:pt x="4778713" y="457241"/>
                </a:cubicBezTo>
                <a:cubicBezTo>
                  <a:pt x="4800770" y="607984"/>
                  <a:pt x="4747320" y="697423"/>
                  <a:pt x="4778713" y="914482"/>
                </a:cubicBezTo>
                <a:cubicBezTo>
                  <a:pt x="4810106" y="1131541"/>
                  <a:pt x="4762212" y="1232868"/>
                  <a:pt x="4778713" y="1496425"/>
                </a:cubicBezTo>
                <a:cubicBezTo>
                  <a:pt x="4795214" y="1759982"/>
                  <a:pt x="4719679" y="1790548"/>
                  <a:pt x="4778713" y="2047193"/>
                </a:cubicBezTo>
                <a:cubicBezTo>
                  <a:pt x="4837747" y="2303838"/>
                  <a:pt x="4762978" y="2411105"/>
                  <a:pt x="4778713" y="2504434"/>
                </a:cubicBezTo>
                <a:cubicBezTo>
                  <a:pt x="4794448" y="2597763"/>
                  <a:pt x="4754579" y="2978110"/>
                  <a:pt x="4778713" y="3117553"/>
                </a:cubicBezTo>
                <a:cubicBezTo>
                  <a:pt x="4578524" y="3145106"/>
                  <a:pt x="4403507" y="3077984"/>
                  <a:pt x="4276948" y="3117553"/>
                </a:cubicBezTo>
                <a:cubicBezTo>
                  <a:pt x="4150389" y="3157122"/>
                  <a:pt x="3902421" y="3103912"/>
                  <a:pt x="3727396" y="3117553"/>
                </a:cubicBezTo>
                <a:cubicBezTo>
                  <a:pt x="3552371" y="3131194"/>
                  <a:pt x="3370083" y="3054289"/>
                  <a:pt x="3177844" y="3117553"/>
                </a:cubicBezTo>
                <a:cubicBezTo>
                  <a:pt x="2985605" y="3180817"/>
                  <a:pt x="2801428" y="3095799"/>
                  <a:pt x="2580505" y="3117553"/>
                </a:cubicBezTo>
                <a:cubicBezTo>
                  <a:pt x="2359582" y="3139307"/>
                  <a:pt x="2282862" y="3082122"/>
                  <a:pt x="2126527" y="3117553"/>
                </a:cubicBezTo>
                <a:cubicBezTo>
                  <a:pt x="1970192" y="3152984"/>
                  <a:pt x="1788828" y="3062032"/>
                  <a:pt x="1481401" y="3117553"/>
                </a:cubicBezTo>
                <a:cubicBezTo>
                  <a:pt x="1173974" y="3173074"/>
                  <a:pt x="1052462" y="3064669"/>
                  <a:pt x="836275" y="3117553"/>
                </a:cubicBezTo>
                <a:cubicBezTo>
                  <a:pt x="620088" y="3170437"/>
                  <a:pt x="237198" y="3056167"/>
                  <a:pt x="0" y="3117553"/>
                </a:cubicBezTo>
                <a:cubicBezTo>
                  <a:pt x="-164" y="2976931"/>
                  <a:pt x="35713" y="2804769"/>
                  <a:pt x="0" y="2691487"/>
                </a:cubicBezTo>
                <a:cubicBezTo>
                  <a:pt x="-35713" y="2578205"/>
                  <a:pt x="14665" y="2362031"/>
                  <a:pt x="0" y="2265422"/>
                </a:cubicBezTo>
                <a:cubicBezTo>
                  <a:pt x="-14665" y="2168814"/>
                  <a:pt x="41852" y="1957653"/>
                  <a:pt x="0" y="1808181"/>
                </a:cubicBezTo>
                <a:cubicBezTo>
                  <a:pt x="-41852" y="1658709"/>
                  <a:pt x="19363" y="1472013"/>
                  <a:pt x="0" y="1382115"/>
                </a:cubicBezTo>
                <a:cubicBezTo>
                  <a:pt x="-19363" y="1292217"/>
                  <a:pt x="19838" y="1055404"/>
                  <a:pt x="0" y="893699"/>
                </a:cubicBezTo>
                <a:cubicBezTo>
                  <a:pt x="-19838" y="731994"/>
                  <a:pt x="29502" y="305961"/>
                  <a:pt x="0" y="0"/>
                </a:cubicBezTo>
                <a:close/>
              </a:path>
            </a:pathLst>
          </a:custGeom>
          <a:ln>
            <a:solidFill>
              <a:schemeClr val="tx1"/>
            </a:solidFill>
            <a:extLst>
              <a:ext uri="{C807C97D-BFC1-408E-A445-0C87EB9F89A2}">
                <ask:lineSketchStyleProps xmlns:ask="http://schemas.microsoft.com/office/drawing/2018/sketchyshapes" sd="4097953851">
                  <a:prstGeom prst="rect">
                    <a:avLst/>
                  </a:prstGeom>
                  <ask:type>
                    <ask:lineSketchScribble/>
                  </ask:type>
                </ask:lineSketchStyleProps>
              </a:ext>
            </a:extLst>
          </a:ln>
        </p:spPr>
      </p:pic>
      <p:sp>
        <p:nvSpPr>
          <p:cNvPr id="24" name="Star: 8 Points 23">
            <a:extLst>
              <a:ext uri="{FF2B5EF4-FFF2-40B4-BE49-F238E27FC236}">
                <a16:creationId xmlns:a16="http://schemas.microsoft.com/office/drawing/2014/main" id="{AC2CEAE3-368D-F57C-F0AB-FF498B38BDC4}"/>
              </a:ext>
            </a:extLst>
          </p:cNvPr>
          <p:cNvSpPr/>
          <p:nvPr/>
        </p:nvSpPr>
        <p:spPr>
          <a:xfrm>
            <a:off x="8158668" y="2382304"/>
            <a:ext cx="382621" cy="311284"/>
          </a:xfrm>
          <a:prstGeom prst="star8">
            <a:avLst/>
          </a:prstGeom>
          <a:noFill/>
          <a:ln w="28575">
            <a:solidFill>
              <a:srgbClr val="FA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1</a:t>
            </a:r>
          </a:p>
        </p:txBody>
      </p:sp>
      <p:sp>
        <p:nvSpPr>
          <p:cNvPr id="12" name="Rectangle 11">
            <a:extLst>
              <a:ext uri="{FF2B5EF4-FFF2-40B4-BE49-F238E27FC236}">
                <a16:creationId xmlns:a16="http://schemas.microsoft.com/office/drawing/2014/main" id="{83934975-9295-FAD4-84EF-66AF4F0B202A}"/>
              </a:ext>
            </a:extLst>
          </p:cNvPr>
          <p:cNvSpPr/>
          <p:nvPr/>
        </p:nvSpPr>
        <p:spPr>
          <a:xfrm>
            <a:off x="8349979" y="1700325"/>
            <a:ext cx="637810" cy="57772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A703F22-711F-2E4B-1C4F-0054E4F250A4}"/>
              </a:ext>
            </a:extLst>
          </p:cNvPr>
          <p:cNvPicPr>
            <a:picLocks noChangeAspect="1"/>
          </p:cNvPicPr>
          <p:nvPr/>
        </p:nvPicPr>
        <p:blipFill>
          <a:blip r:embed="rId4"/>
          <a:stretch>
            <a:fillRect/>
          </a:stretch>
        </p:blipFill>
        <p:spPr>
          <a:xfrm>
            <a:off x="6761128" y="3580427"/>
            <a:ext cx="4799189" cy="3117553"/>
          </a:xfrm>
          <a:custGeom>
            <a:avLst/>
            <a:gdLst>
              <a:gd name="csX0" fmla="*/ 0 w 4799189"/>
              <a:gd name="csY0" fmla="*/ 0 h 3117553"/>
              <a:gd name="csX1" fmla="*/ 599899 w 4799189"/>
              <a:gd name="csY1" fmla="*/ 0 h 3117553"/>
              <a:gd name="csX2" fmla="*/ 1103813 w 4799189"/>
              <a:gd name="csY2" fmla="*/ 0 h 3117553"/>
              <a:gd name="csX3" fmla="*/ 1607728 w 4799189"/>
              <a:gd name="csY3" fmla="*/ 0 h 3117553"/>
              <a:gd name="csX4" fmla="*/ 2207627 w 4799189"/>
              <a:gd name="csY4" fmla="*/ 0 h 3117553"/>
              <a:gd name="csX5" fmla="*/ 2855517 w 4799189"/>
              <a:gd name="csY5" fmla="*/ 0 h 3117553"/>
              <a:gd name="csX6" fmla="*/ 3359432 w 4799189"/>
              <a:gd name="csY6" fmla="*/ 0 h 3117553"/>
              <a:gd name="csX7" fmla="*/ 3911339 w 4799189"/>
              <a:gd name="csY7" fmla="*/ 0 h 3117553"/>
              <a:gd name="csX8" fmla="*/ 4799189 w 4799189"/>
              <a:gd name="csY8" fmla="*/ 0 h 3117553"/>
              <a:gd name="csX9" fmla="*/ 4799189 w 4799189"/>
              <a:gd name="csY9" fmla="*/ 550768 h 3117553"/>
              <a:gd name="csX10" fmla="*/ 4799189 w 4799189"/>
              <a:gd name="csY10" fmla="*/ 1039184 h 3117553"/>
              <a:gd name="csX11" fmla="*/ 4799189 w 4799189"/>
              <a:gd name="csY11" fmla="*/ 1621128 h 3117553"/>
              <a:gd name="csX12" fmla="*/ 4799189 w 4799189"/>
              <a:gd name="csY12" fmla="*/ 2171895 h 3117553"/>
              <a:gd name="csX13" fmla="*/ 4799189 w 4799189"/>
              <a:gd name="csY13" fmla="*/ 3117553 h 3117553"/>
              <a:gd name="csX14" fmla="*/ 4103307 w 4799189"/>
              <a:gd name="csY14" fmla="*/ 3117553 h 3117553"/>
              <a:gd name="csX15" fmla="*/ 3407424 w 4799189"/>
              <a:gd name="csY15" fmla="*/ 3117553 h 3117553"/>
              <a:gd name="csX16" fmla="*/ 2951501 w 4799189"/>
              <a:gd name="csY16" fmla="*/ 3117553 h 3117553"/>
              <a:gd name="csX17" fmla="*/ 2399595 w 4799189"/>
              <a:gd name="csY17" fmla="*/ 3117553 h 3117553"/>
              <a:gd name="csX18" fmla="*/ 1847688 w 4799189"/>
              <a:gd name="csY18" fmla="*/ 3117553 h 3117553"/>
              <a:gd name="csX19" fmla="*/ 1247789 w 4799189"/>
              <a:gd name="csY19" fmla="*/ 3117553 h 3117553"/>
              <a:gd name="csX20" fmla="*/ 695882 w 4799189"/>
              <a:gd name="csY20" fmla="*/ 3117553 h 3117553"/>
              <a:gd name="csX21" fmla="*/ 0 w 4799189"/>
              <a:gd name="csY21" fmla="*/ 3117553 h 3117553"/>
              <a:gd name="csX22" fmla="*/ 0 w 4799189"/>
              <a:gd name="csY22" fmla="*/ 2535610 h 3117553"/>
              <a:gd name="csX23" fmla="*/ 0 w 4799189"/>
              <a:gd name="csY23" fmla="*/ 2016018 h 3117553"/>
              <a:gd name="csX24" fmla="*/ 0 w 4799189"/>
              <a:gd name="csY24" fmla="*/ 1465250 h 3117553"/>
              <a:gd name="csX25" fmla="*/ 0 w 4799189"/>
              <a:gd name="csY25" fmla="*/ 1039184 h 3117553"/>
              <a:gd name="csX26" fmla="*/ 0 w 4799189"/>
              <a:gd name="csY26" fmla="*/ 488417 h 3117553"/>
              <a:gd name="csX27" fmla="*/ 0 w 4799189"/>
              <a:gd name="csY27" fmla="*/ 0 h 311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799189" h="3117553" fill="none" extrusionOk="0">
                <a:moveTo>
                  <a:pt x="0" y="0"/>
                </a:moveTo>
                <a:cubicBezTo>
                  <a:pt x="260649" y="-58001"/>
                  <a:pt x="369514" y="28264"/>
                  <a:pt x="599899" y="0"/>
                </a:cubicBezTo>
                <a:cubicBezTo>
                  <a:pt x="830284" y="-28264"/>
                  <a:pt x="957226" y="49786"/>
                  <a:pt x="1103813" y="0"/>
                </a:cubicBezTo>
                <a:cubicBezTo>
                  <a:pt x="1250400" y="-49786"/>
                  <a:pt x="1460484" y="52568"/>
                  <a:pt x="1607728" y="0"/>
                </a:cubicBezTo>
                <a:cubicBezTo>
                  <a:pt x="1754973" y="-52568"/>
                  <a:pt x="2066314" y="59974"/>
                  <a:pt x="2207627" y="0"/>
                </a:cubicBezTo>
                <a:cubicBezTo>
                  <a:pt x="2348940" y="-59974"/>
                  <a:pt x="2531834" y="60743"/>
                  <a:pt x="2855517" y="0"/>
                </a:cubicBezTo>
                <a:cubicBezTo>
                  <a:pt x="3179200" y="-60743"/>
                  <a:pt x="3120186" y="33903"/>
                  <a:pt x="3359432" y="0"/>
                </a:cubicBezTo>
                <a:cubicBezTo>
                  <a:pt x="3598678" y="-33903"/>
                  <a:pt x="3727702" y="9748"/>
                  <a:pt x="3911339" y="0"/>
                </a:cubicBezTo>
                <a:cubicBezTo>
                  <a:pt x="4094976" y="-9748"/>
                  <a:pt x="4617972" y="57868"/>
                  <a:pt x="4799189" y="0"/>
                </a:cubicBezTo>
                <a:cubicBezTo>
                  <a:pt x="4847984" y="252856"/>
                  <a:pt x="4752860" y="428170"/>
                  <a:pt x="4799189" y="550768"/>
                </a:cubicBezTo>
                <a:cubicBezTo>
                  <a:pt x="4845518" y="673366"/>
                  <a:pt x="4747917" y="843742"/>
                  <a:pt x="4799189" y="1039184"/>
                </a:cubicBezTo>
                <a:cubicBezTo>
                  <a:pt x="4850461" y="1234626"/>
                  <a:pt x="4739364" y="1353791"/>
                  <a:pt x="4799189" y="1621128"/>
                </a:cubicBezTo>
                <a:cubicBezTo>
                  <a:pt x="4859014" y="1888465"/>
                  <a:pt x="4762798" y="1993973"/>
                  <a:pt x="4799189" y="2171895"/>
                </a:cubicBezTo>
                <a:cubicBezTo>
                  <a:pt x="4835580" y="2349817"/>
                  <a:pt x="4767000" y="2792074"/>
                  <a:pt x="4799189" y="3117553"/>
                </a:cubicBezTo>
                <a:cubicBezTo>
                  <a:pt x="4598382" y="3178231"/>
                  <a:pt x="4254727" y="3043193"/>
                  <a:pt x="4103307" y="3117553"/>
                </a:cubicBezTo>
                <a:cubicBezTo>
                  <a:pt x="3951887" y="3191913"/>
                  <a:pt x="3678238" y="3101083"/>
                  <a:pt x="3407424" y="3117553"/>
                </a:cubicBezTo>
                <a:cubicBezTo>
                  <a:pt x="3136610" y="3134023"/>
                  <a:pt x="3149094" y="3107421"/>
                  <a:pt x="2951501" y="3117553"/>
                </a:cubicBezTo>
                <a:cubicBezTo>
                  <a:pt x="2753908" y="3127685"/>
                  <a:pt x="2591069" y="3095100"/>
                  <a:pt x="2399595" y="3117553"/>
                </a:cubicBezTo>
                <a:cubicBezTo>
                  <a:pt x="2208121" y="3140006"/>
                  <a:pt x="1973312" y="3105797"/>
                  <a:pt x="1847688" y="3117553"/>
                </a:cubicBezTo>
                <a:cubicBezTo>
                  <a:pt x="1722064" y="3129309"/>
                  <a:pt x="1439678" y="3116423"/>
                  <a:pt x="1247789" y="3117553"/>
                </a:cubicBezTo>
                <a:cubicBezTo>
                  <a:pt x="1055900" y="3118683"/>
                  <a:pt x="875611" y="3062707"/>
                  <a:pt x="695882" y="3117553"/>
                </a:cubicBezTo>
                <a:cubicBezTo>
                  <a:pt x="516153" y="3172399"/>
                  <a:pt x="222664" y="3081421"/>
                  <a:pt x="0" y="3117553"/>
                </a:cubicBezTo>
                <a:cubicBezTo>
                  <a:pt x="-29808" y="2953405"/>
                  <a:pt x="30019" y="2770643"/>
                  <a:pt x="0" y="2535610"/>
                </a:cubicBezTo>
                <a:cubicBezTo>
                  <a:pt x="-30019" y="2300577"/>
                  <a:pt x="38504" y="2269581"/>
                  <a:pt x="0" y="2016018"/>
                </a:cubicBezTo>
                <a:cubicBezTo>
                  <a:pt x="-38504" y="1762455"/>
                  <a:pt x="36861" y="1708377"/>
                  <a:pt x="0" y="1465250"/>
                </a:cubicBezTo>
                <a:cubicBezTo>
                  <a:pt x="-36861" y="1222123"/>
                  <a:pt x="11330" y="1208524"/>
                  <a:pt x="0" y="1039184"/>
                </a:cubicBezTo>
                <a:cubicBezTo>
                  <a:pt x="-11330" y="869844"/>
                  <a:pt x="754" y="668694"/>
                  <a:pt x="0" y="488417"/>
                </a:cubicBezTo>
                <a:cubicBezTo>
                  <a:pt x="-754" y="308140"/>
                  <a:pt x="22968" y="229296"/>
                  <a:pt x="0" y="0"/>
                </a:cubicBezTo>
                <a:close/>
              </a:path>
              <a:path w="4799189" h="3117553" stroke="0" extrusionOk="0">
                <a:moveTo>
                  <a:pt x="0" y="0"/>
                </a:moveTo>
                <a:cubicBezTo>
                  <a:pt x="138743" y="-27232"/>
                  <a:pt x="344717" y="44420"/>
                  <a:pt x="503915" y="0"/>
                </a:cubicBezTo>
                <a:cubicBezTo>
                  <a:pt x="663113" y="-44420"/>
                  <a:pt x="1006739" y="42217"/>
                  <a:pt x="1151805" y="0"/>
                </a:cubicBezTo>
                <a:cubicBezTo>
                  <a:pt x="1296871" y="-42217"/>
                  <a:pt x="1504058" y="69977"/>
                  <a:pt x="1847688" y="0"/>
                </a:cubicBezTo>
                <a:cubicBezTo>
                  <a:pt x="2191318" y="-69977"/>
                  <a:pt x="2173296" y="34066"/>
                  <a:pt x="2303611" y="0"/>
                </a:cubicBezTo>
                <a:cubicBezTo>
                  <a:pt x="2433926" y="-34066"/>
                  <a:pt x="2829143" y="21394"/>
                  <a:pt x="2999493" y="0"/>
                </a:cubicBezTo>
                <a:cubicBezTo>
                  <a:pt x="3169843" y="-21394"/>
                  <a:pt x="3276902" y="41681"/>
                  <a:pt x="3503408" y="0"/>
                </a:cubicBezTo>
                <a:cubicBezTo>
                  <a:pt x="3729915" y="-41681"/>
                  <a:pt x="3833704" y="32483"/>
                  <a:pt x="3959331" y="0"/>
                </a:cubicBezTo>
                <a:cubicBezTo>
                  <a:pt x="4084958" y="-32483"/>
                  <a:pt x="4466283" y="54609"/>
                  <a:pt x="4799189" y="0"/>
                </a:cubicBezTo>
                <a:cubicBezTo>
                  <a:pt x="4825358" y="208516"/>
                  <a:pt x="4735850" y="367131"/>
                  <a:pt x="4799189" y="550768"/>
                </a:cubicBezTo>
                <a:cubicBezTo>
                  <a:pt x="4862528" y="734405"/>
                  <a:pt x="4749789" y="945306"/>
                  <a:pt x="4799189" y="1070360"/>
                </a:cubicBezTo>
                <a:cubicBezTo>
                  <a:pt x="4848589" y="1195414"/>
                  <a:pt x="4765608" y="1390905"/>
                  <a:pt x="4799189" y="1527601"/>
                </a:cubicBezTo>
                <a:cubicBezTo>
                  <a:pt x="4832770" y="1664297"/>
                  <a:pt x="4758268" y="1867681"/>
                  <a:pt x="4799189" y="1984842"/>
                </a:cubicBezTo>
                <a:cubicBezTo>
                  <a:pt x="4840110" y="2102003"/>
                  <a:pt x="4769746" y="2263996"/>
                  <a:pt x="4799189" y="2410908"/>
                </a:cubicBezTo>
                <a:cubicBezTo>
                  <a:pt x="4828632" y="2557820"/>
                  <a:pt x="4765639" y="2840863"/>
                  <a:pt x="4799189" y="3117553"/>
                </a:cubicBezTo>
                <a:cubicBezTo>
                  <a:pt x="4527049" y="3194025"/>
                  <a:pt x="4458942" y="3068600"/>
                  <a:pt x="4151298" y="3117553"/>
                </a:cubicBezTo>
                <a:cubicBezTo>
                  <a:pt x="3843654" y="3166506"/>
                  <a:pt x="3784985" y="3113528"/>
                  <a:pt x="3647384" y="3117553"/>
                </a:cubicBezTo>
                <a:cubicBezTo>
                  <a:pt x="3509783" y="3121578"/>
                  <a:pt x="3237369" y="3100584"/>
                  <a:pt x="3095477" y="3117553"/>
                </a:cubicBezTo>
                <a:cubicBezTo>
                  <a:pt x="2953585" y="3134522"/>
                  <a:pt x="2770352" y="3111106"/>
                  <a:pt x="2495578" y="3117553"/>
                </a:cubicBezTo>
                <a:cubicBezTo>
                  <a:pt x="2220804" y="3124000"/>
                  <a:pt x="2161824" y="3061585"/>
                  <a:pt x="1943672" y="3117553"/>
                </a:cubicBezTo>
                <a:cubicBezTo>
                  <a:pt x="1725520" y="3173521"/>
                  <a:pt x="1499272" y="3110429"/>
                  <a:pt x="1295781" y="3117553"/>
                </a:cubicBezTo>
                <a:cubicBezTo>
                  <a:pt x="1092290" y="3124677"/>
                  <a:pt x="937899" y="3105361"/>
                  <a:pt x="839858" y="3117553"/>
                </a:cubicBezTo>
                <a:cubicBezTo>
                  <a:pt x="741817" y="3129745"/>
                  <a:pt x="362567" y="3108369"/>
                  <a:pt x="0" y="3117553"/>
                </a:cubicBezTo>
                <a:cubicBezTo>
                  <a:pt x="-40159" y="2936813"/>
                  <a:pt x="47770" y="2786055"/>
                  <a:pt x="0" y="2629136"/>
                </a:cubicBezTo>
                <a:cubicBezTo>
                  <a:pt x="-47770" y="2472217"/>
                  <a:pt x="35644" y="2320880"/>
                  <a:pt x="0" y="2047193"/>
                </a:cubicBezTo>
                <a:cubicBezTo>
                  <a:pt x="-35644" y="1773506"/>
                  <a:pt x="6032" y="1738380"/>
                  <a:pt x="0" y="1465250"/>
                </a:cubicBezTo>
                <a:cubicBezTo>
                  <a:pt x="-6032" y="1192120"/>
                  <a:pt x="32356" y="1230486"/>
                  <a:pt x="0" y="1039184"/>
                </a:cubicBezTo>
                <a:cubicBezTo>
                  <a:pt x="-32356" y="847882"/>
                  <a:pt x="22791" y="694375"/>
                  <a:pt x="0" y="550768"/>
                </a:cubicBezTo>
                <a:cubicBezTo>
                  <a:pt x="-22791" y="407161"/>
                  <a:pt x="16446" y="220965"/>
                  <a:pt x="0" y="0"/>
                </a:cubicBezTo>
                <a:close/>
              </a:path>
            </a:pathLst>
          </a:custGeom>
          <a:ln>
            <a:solidFill>
              <a:schemeClr val="tx1"/>
            </a:solidFill>
            <a:extLst>
              <a:ext uri="{C807C97D-BFC1-408E-A445-0C87EB9F89A2}">
                <ask:lineSketchStyleProps xmlns:ask="http://schemas.microsoft.com/office/drawing/2018/sketchyshapes" sd="826188400">
                  <a:prstGeom prst="rect">
                    <a:avLst/>
                  </a:prstGeom>
                  <ask:type>
                    <ask:lineSketchScribble/>
                  </ask:type>
                </ask:lineSketchStyleProps>
              </a:ext>
            </a:extLst>
          </a:ln>
        </p:spPr>
      </p:pic>
      <p:sp>
        <p:nvSpPr>
          <p:cNvPr id="13" name="Rectangle 12">
            <a:extLst>
              <a:ext uri="{FF2B5EF4-FFF2-40B4-BE49-F238E27FC236}">
                <a16:creationId xmlns:a16="http://schemas.microsoft.com/office/drawing/2014/main" id="{92076121-628B-16B5-8044-204C216BDAED}"/>
              </a:ext>
            </a:extLst>
          </p:cNvPr>
          <p:cNvSpPr/>
          <p:nvPr/>
        </p:nvSpPr>
        <p:spPr>
          <a:xfrm>
            <a:off x="8655345" y="5167427"/>
            <a:ext cx="1253898" cy="106476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950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Where to start</a:t>
            </a:r>
          </a:p>
          <a:p>
            <a:pPr>
              <a:spcBef>
                <a:spcPts val="600"/>
              </a:spcBef>
              <a:defRPr sz="1800">
                <a:solidFill>
                  <a:srgbClr val="6C757D"/>
                </a:solidFill>
                <a:latin typeface="Segoe UI"/>
              </a:defRPr>
            </a:pPr>
            <a:r>
              <a:t>School dashboard</a:t>
            </a:r>
          </a:p>
        </p:txBody>
      </p:sp>
      <p:sp>
        <p:nvSpPr>
          <p:cNvPr id="3" name="TextBox 2"/>
          <p:cNvSpPr txBox="1"/>
          <p:nvPr/>
        </p:nvSpPr>
        <p:spPr>
          <a:xfrm>
            <a:off x="594360" y="1417320"/>
            <a:ext cx="5303520" cy="1143903"/>
          </a:xfrm>
          <a:prstGeom prst="rect">
            <a:avLst/>
          </a:prstGeom>
          <a:noFill/>
        </p:spPr>
        <p:txBody>
          <a:bodyPr wrap="square">
            <a:spAutoFit/>
          </a:bodyPr>
          <a:lstStyle/>
          <a:p>
            <a:pPr>
              <a:spcAft>
                <a:spcPts val="1000"/>
              </a:spcAft>
              <a:defRPr sz="2000">
                <a:solidFill>
                  <a:srgbClr val="212529"/>
                </a:solidFill>
                <a:latin typeface="Segoe UI"/>
              </a:defRPr>
            </a:pPr>
            <a:r>
              <a:rPr dirty="0"/>
              <a:t>Log in</a:t>
            </a:r>
            <a:r>
              <a:rPr lang="en-US" dirty="0"/>
              <a:t> into the app</a:t>
            </a:r>
            <a:r>
              <a:rPr dirty="0"/>
              <a:t> →</a:t>
            </a:r>
            <a:r>
              <a:rPr lang="en-US" dirty="0"/>
              <a:t> </a:t>
            </a:r>
            <a:r>
              <a:rPr dirty="0"/>
              <a:t>Find card </a:t>
            </a:r>
            <a:r>
              <a:rPr b="1" dirty="0"/>
              <a:t>My Schedule Overview</a:t>
            </a:r>
          </a:p>
          <a:p>
            <a:pPr>
              <a:spcAft>
                <a:spcPts val="1000"/>
              </a:spcAft>
              <a:defRPr sz="2000">
                <a:solidFill>
                  <a:srgbClr val="212529"/>
                </a:solidFill>
                <a:latin typeface="Segoe UI"/>
              </a:defRPr>
            </a:pPr>
            <a:r>
              <a:rPr dirty="0"/>
              <a:t>Click Open My Schedule</a:t>
            </a:r>
          </a:p>
        </p:txBody>
      </p:sp>
      <p:pic>
        <p:nvPicPr>
          <p:cNvPr id="4" name="Picture 3" descr="01-dashboard-open-my-schedule.png"/>
          <p:cNvPicPr>
            <a:picLocks noChangeAspect="1"/>
          </p:cNvPicPr>
          <p:nvPr/>
        </p:nvPicPr>
        <p:blipFill>
          <a:blip r:embed="rId3"/>
          <a:stretch>
            <a:fillRect/>
          </a:stretch>
        </p:blipFill>
        <p:spPr>
          <a:xfrm>
            <a:off x="5943600" y="1325880"/>
            <a:ext cx="5669280" cy="457200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Schedule Overview at a glance</a:t>
            </a:r>
          </a:p>
          <a:p>
            <a:pPr>
              <a:spcBef>
                <a:spcPts val="600"/>
              </a:spcBef>
              <a:defRPr sz="1800">
                <a:solidFill>
                  <a:srgbClr val="6C757D"/>
                </a:solidFill>
                <a:latin typeface="Segoe UI"/>
              </a:defRPr>
            </a:pPr>
            <a:r>
              <a:t>What am I teaching, when, and what's already done?</a:t>
            </a:r>
          </a:p>
        </p:txBody>
      </p:sp>
      <p:sp>
        <p:nvSpPr>
          <p:cNvPr id="3" name="TextBox 2"/>
          <p:cNvSpPr txBox="1"/>
          <p:nvPr/>
        </p:nvSpPr>
        <p:spPr>
          <a:xfrm>
            <a:off x="594360" y="1417320"/>
            <a:ext cx="5029200" cy="4754880"/>
          </a:xfrm>
          <a:prstGeom prst="rect">
            <a:avLst/>
          </a:prstGeom>
          <a:noFill/>
        </p:spPr>
        <p:txBody>
          <a:bodyPr wrap="square">
            <a:spAutoFit/>
          </a:bodyPr>
          <a:lstStyle/>
          <a:p>
            <a:pPr>
              <a:spcAft>
                <a:spcPts val="1000"/>
              </a:spcAft>
              <a:defRPr sz="2000">
                <a:solidFill>
                  <a:srgbClr val="212529"/>
                </a:solidFill>
                <a:latin typeface="Segoe UI"/>
              </a:defRPr>
            </a:pPr>
            <a:r>
              <a:t>Page heading: Schedule Overview</a:t>
            </a:r>
          </a:p>
          <a:p>
            <a:pPr>
              <a:spcAft>
                <a:spcPts val="1000"/>
              </a:spcAft>
              <a:defRPr sz="2000">
                <a:solidFill>
                  <a:srgbClr val="212529"/>
                </a:solidFill>
                <a:latin typeface="Segoe UI"/>
              </a:defRPr>
            </a:pPr>
            <a:r>
              <a:t>My Profile / Self View (always you)</a:t>
            </a:r>
          </a:p>
          <a:p>
            <a:pPr>
              <a:spcAft>
                <a:spcPts val="1000"/>
              </a:spcAft>
              <a:defRPr sz="2000">
                <a:solidFill>
                  <a:srgbClr val="212529"/>
                </a:solidFill>
                <a:latin typeface="Segoe UI"/>
              </a:defRPr>
            </a:pPr>
            <a:r>
              <a:t>Summary: Active Range, hours, Items</a:t>
            </a:r>
          </a:p>
          <a:p>
            <a:pPr>
              <a:spcAft>
                <a:spcPts val="1000"/>
              </a:spcAft>
              <a:defRPr sz="2000">
                <a:solidFill>
                  <a:srgbClr val="212529"/>
                </a:solidFill>
                <a:latin typeface="Segoe UI"/>
              </a:defRPr>
            </a:pPr>
            <a:r>
              <a:t>Table: Session Details</a:t>
            </a:r>
          </a:p>
        </p:txBody>
      </p:sp>
      <p:pic>
        <p:nvPicPr>
          <p:cNvPr id="4" name="Picture 3" descr="02-schedule-overview-full.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Set your filters</a:t>
            </a:r>
          </a:p>
        </p:txBody>
      </p:sp>
      <p:sp>
        <p:nvSpPr>
          <p:cNvPr id="3" name="TextBox 2"/>
          <p:cNvSpPr txBox="1"/>
          <p:nvPr/>
        </p:nvSpPr>
        <p:spPr>
          <a:xfrm>
            <a:off x="594360" y="1417320"/>
            <a:ext cx="5303520" cy="4754880"/>
          </a:xfrm>
          <a:prstGeom prst="rect">
            <a:avLst/>
          </a:prstGeom>
          <a:noFill/>
        </p:spPr>
        <p:txBody>
          <a:bodyPr wrap="square">
            <a:spAutoFit/>
          </a:bodyPr>
          <a:lstStyle/>
          <a:p>
            <a:pPr>
              <a:spcAft>
                <a:spcPts val="1000"/>
              </a:spcAft>
              <a:defRPr sz="1800">
                <a:solidFill>
                  <a:srgbClr val="212529"/>
                </a:solidFill>
                <a:latin typeface="Segoe UI"/>
              </a:defRPr>
            </a:pPr>
            <a:r>
              <a:t>1. Anchor Date — often today</a:t>
            </a:r>
          </a:p>
          <a:p>
            <a:pPr>
              <a:spcAft>
                <a:spcPts val="1000"/>
              </a:spcAft>
              <a:defRPr sz="1800">
                <a:solidFill>
                  <a:srgbClr val="212529"/>
                </a:solidFill>
                <a:latin typeface="Segoe UI"/>
              </a:defRPr>
            </a:pPr>
            <a:r>
              <a:t>2. Period — Daily, Weekly, Monthly, Seasonal, or Yearly</a:t>
            </a:r>
          </a:p>
          <a:p>
            <a:pPr>
              <a:spcAft>
                <a:spcPts val="1000"/>
              </a:spcAft>
              <a:defRPr sz="1800">
                <a:solidFill>
                  <a:srgbClr val="212529"/>
                </a:solidFill>
                <a:latin typeface="Segoe UI"/>
              </a:defRPr>
            </a:pPr>
            <a:r>
              <a:t>3. Optional: With cases only (if your school uses cases)</a:t>
            </a:r>
          </a:p>
          <a:p>
            <a:pPr>
              <a:spcAft>
                <a:spcPts val="1000"/>
              </a:spcAft>
              <a:defRPr sz="1800">
                <a:solidFill>
                  <a:srgbClr val="212529"/>
                </a:solidFill>
                <a:latin typeface="Segoe UI"/>
              </a:defRPr>
            </a:pPr>
            <a:r>
              <a:t>4. Click Load</a:t>
            </a:r>
          </a:p>
          <a:p>
            <a:pPr>
              <a:spcAft>
                <a:spcPts val="1000"/>
              </a:spcAft>
              <a:defRPr sz="1800">
                <a:solidFill>
                  <a:srgbClr val="212529"/>
                </a:solidFill>
                <a:latin typeface="Segoe UI"/>
              </a:defRPr>
            </a:pPr>
            <a:endParaRPr/>
          </a:p>
          <a:p>
            <a:pPr>
              <a:spcAft>
                <a:spcPts val="1000"/>
              </a:spcAft>
              <a:defRPr sz="1800">
                <a:solidFill>
                  <a:srgbClr val="212529"/>
                </a:solidFill>
                <a:latin typeface="Segoe UI"/>
              </a:defRPr>
            </a:pPr>
            <a:r>
              <a:t>Tip: No list? Check Anchor Date + period, then Load again.</a:t>
            </a:r>
          </a:p>
        </p:txBody>
      </p:sp>
      <p:pic>
        <p:nvPicPr>
          <p:cNvPr id="4" name="Picture 3" descr="03-filters-anchor-period-load.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Read your schedule</a:t>
            </a:r>
          </a:p>
          <a:p>
            <a:pPr>
              <a:spcBef>
                <a:spcPts val="600"/>
              </a:spcBef>
              <a:defRPr sz="1800">
                <a:solidFill>
                  <a:srgbClr val="6C757D"/>
                </a:solidFill>
                <a:latin typeface="Segoe UI"/>
              </a:defRPr>
            </a:pPr>
            <a:r>
              <a:t>Session Details</a:t>
            </a:r>
          </a:p>
        </p:txBody>
      </p:sp>
      <p:sp>
        <p:nvSpPr>
          <p:cNvPr id="3" name="TextBox 2"/>
          <p:cNvSpPr txBox="1"/>
          <p:nvPr/>
        </p:nvSpPr>
        <p:spPr>
          <a:xfrm>
            <a:off x="594360" y="1417320"/>
            <a:ext cx="5303520" cy="4754880"/>
          </a:xfrm>
          <a:prstGeom prst="rect">
            <a:avLst/>
          </a:prstGeom>
          <a:noFill/>
        </p:spPr>
        <p:txBody>
          <a:bodyPr wrap="square">
            <a:spAutoFit/>
          </a:bodyPr>
          <a:lstStyle/>
          <a:p>
            <a:pPr>
              <a:spcAft>
                <a:spcPts val="1000"/>
              </a:spcAft>
              <a:defRPr sz="2000">
                <a:solidFill>
                  <a:srgbClr val="212529"/>
                </a:solidFill>
                <a:latin typeface="Segoe UI"/>
              </a:defRPr>
            </a:pPr>
            <a:r>
              <a:t>Each row = one class session</a:t>
            </a:r>
          </a:p>
          <a:p>
            <a:pPr>
              <a:spcAft>
                <a:spcPts val="1000"/>
              </a:spcAft>
              <a:defRPr sz="2000">
                <a:solidFill>
                  <a:srgbClr val="212529"/>
                </a:solidFill>
                <a:latin typeface="Segoe UI"/>
              </a:defRPr>
            </a:pPr>
            <a:r>
              <a:t>Status shows open vs done (colors)</a:t>
            </a:r>
          </a:p>
          <a:p>
            <a:pPr>
              <a:spcAft>
                <a:spcPts val="1000"/>
              </a:spcAft>
              <a:defRPr sz="2000">
                <a:solidFill>
                  <a:srgbClr val="212529"/>
                </a:solidFill>
                <a:latin typeface="Segoe UI"/>
              </a:defRPr>
            </a:pPr>
            <a:r>
              <a:t>Role should show Teacher for sessions you lead</a:t>
            </a:r>
          </a:p>
        </p:txBody>
      </p:sp>
      <p:pic>
        <p:nvPicPr>
          <p:cNvPr id="4" name="Picture 3" descr="04-session-details-table.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Open Manage Session</a:t>
            </a:r>
          </a:p>
        </p:txBody>
      </p:sp>
      <p:sp>
        <p:nvSpPr>
          <p:cNvPr id="3" name="TextBox 2"/>
          <p:cNvSpPr txBox="1"/>
          <p:nvPr/>
        </p:nvSpPr>
        <p:spPr>
          <a:xfrm>
            <a:off x="594360" y="1417320"/>
            <a:ext cx="5303520" cy="4754880"/>
          </a:xfrm>
          <a:prstGeom prst="rect">
            <a:avLst/>
          </a:prstGeom>
          <a:noFill/>
        </p:spPr>
        <p:txBody>
          <a:bodyPr wrap="square">
            <a:spAutoFit/>
          </a:bodyPr>
          <a:lstStyle/>
          <a:p>
            <a:pPr>
              <a:spcAft>
                <a:spcPts val="1000"/>
              </a:spcAft>
              <a:defRPr sz="2000">
                <a:solidFill>
                  <a:srgbClr val="212529"/>
                </a:solidFill>
                <a:latin typeface="Segoe UI"/>
              </a:defRPr>
            </a:pPr>
            <a:r>
              <a:t>Click the session row (or Details)</a:t>
            </a:r>
          </a:p>
          <a:p>
            <a:pPr>
              <a:spcAft>
                <a:spcPts val="1000"/>
              </a:spcAft>
              <a:defRPr sz="2000">
                <a:solidFill>
                  <a:srgbClr val="212529"/>
                </a:solidFill>
                <a:latin typeface="Segoe UI"/>
              </a:defRPr>
            </a:pPr>
            <a:r>
              <a:t>You land on Manage Session for that date and time</a:t>
            </a:r>
          </a:p>
        </p:txBody>
      </p:sp>
      <p:pic>
        <p:nvPicPr>
          <p:cNvPr id="4" name="Picture 3" descr="05-open-manage-session.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Manage Session — quick tour</a:t>
            </a:r>
          </a:p>
        </p:txBody>
      </p:sp>
      <p:sp>
        <p:nvSpPr>
          <p:cNvPr id="3" name="TextBox 2"/>
          <p:cNvSpPr txBox="1"/>
          <p:nvPr/>
        </p:nvSpPr>
        <p:spPr>
          <a:xfrm>
            <a:off x="594360" y="1417320"/>
            <a:ext cx="5029200" cy="4754880"/>
          </a:xfrm>
          <a:prstGeom prst="rect">
            <a:avLst/>
          </a:prstGeom>
          <a:noFill/>
        </p:spPr>
        <p:txBody>
          <a:bodyPr wrap="square">
            <a:spAutoFit/>
          </a:bodyPr>
          <a:lstStyle/>
          <a:p>
            <a:pPr>
              <a:spcAft>
                <a:spcPts val="1000"/>
              </a:spcAft>
              <a:defRPr sz="2000">
                <a:solidFill>
                  <a:srgbClr val="212529"/>
                </a:solidFill>
                <a:latin typeface="Segoe UI"/>
              </a:defRPr>
            </a:pPr>
            <a:r>
              <a:t>Top: class name, date, time</a:t>
            </a:r>
          </a:p>
          <a:p>
            <a:pPr>
              <a:spcAft>
                <a:spcPts val="1000"/>
              </a:spcAft>
              <a:defRPr sz="2000">
                <a:solidFill>
                  <a:srgbClr val="212529"/>
                </a:solidFill>
                <a:latin typeface="Segoe UI"/>
              </a:defRPr>
            </a:pPr>
            <a:r>
              <a:t>Session status (Required until finished)</a:t>
            </a:r>
          </a:p>
          <a:p>
            <a:pPr>
              <a:spcAft>
                <a:spcPts val="1000"/>
              </a:spcAft>
              <a:defRPr sz="2000">
                <a:solidFill>
                  <a:srgbClr val="212529"/>
                </a:solidFill>
                <a:latin typeface="Segoe UI"/>
              </a:defRPr>
            </a:pPr>
            <a:r>
              <a:t>Left menu: work areas</a:t>
            </a:r>
          </a:p>
          <a:p>
            <a:pPr>
              <a:spcAft>
                <a:spcPts val="1000"/>
              </a:spcAft>
              <a:defRPr sz="2000">
                <a:solidFill>
                  <a:srgbClr val="212529"/>
                </a:solidFill>
                <a:latin typeface="Segoe UI"/>
              </a:defRPr>
            </a:pPr>
            <a:r>
              <a:t>Save session and Close</a:t>
            </a:r>
          </a:p>
        </p:txBody>
      </p:sp>
      <p:pic>
        <p:nvPicPr>
          <p:cNvPr id="4" name="Picture 3" descr="06-manage-session-map.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During class — your checklist</a:t>
            </a:r>
          </a:p>
        </p:txBody>
      </p:sp>
      <p:sp>
        <p:nvSpPr>
          <p:cNvPr id="3" name="TextBox 2"/>
          <p:cNvSpPr txBox="1"/>
          <p:nvPr/>
        </p:nvSpPr>
        <p:spPr>
          <a:xfrm>
            <a:off x="594360" y="1417320"/>
            <a:ext cx="5120640" cy="4754880"/>
          </a:xfrm>
          <a:prstGeom prst="rect">
            <a:avLst/>
          </a:prstGeom>
          <a:noFill/>
        </p:spPr>
        <p:txBody>
          <a:bodyPr wrap="square">
            <a:spAutoFit/>
          </a:bodyPr>
          <a:lstStyle/>
          <a:p>
            <a:pPr>
              <a:spcAft>
                <a:spcPts val="1000"/>
              </a:spcAft>
              <a:defRPr sz="1700">
                <a:solidFill>
                  <a:srgbClr val="212529"/>
                </a:solidFill>
                <a:latin typeface="Segoe UI"/>
              </a:defRPr>
            </a:pPr>
            <a:r>
              <a:t>Attendance — mark Present, Late, Absent, etc.</a:t>
            </a:r>
          </a:p>
          <a:p>
            <a:pPr>
              <a:spcAft>
                <a:spcPts val="1000"/>
              </a:spcAft>
              <a:defRPr sz="1700">
                <a:solidFill>
                  <a:srgbClr val="212529"/>
                </a:solidFill>
                <a:latin typeface="Segoe UI"/>
              </a:defRPr>
            </a:pPr>
            <a:r>
              <a:t>Class Conduct — if your school requires it</a:t>
            </a:r>
          </a:p>
          <a:p>
            <a:pPr>
              <a:spcAft>
                <a:spcPts val="1000"/>
              </a:spcAft>
              <a:defRPr sz="1700">
                <a:solidFill>
                  <a:srgbClr val="212529"/>
                </a:solidFill>
                <a:latin typeface="Segoe UI"/>
              </a:defRPr>
            </a:pPr>
            <a:r>
              <a:t>Session &amp; notes — what happened today</a:t>
            </a:r>
          </a:p>
          <a:p>
            <a:pPr>
              <a:spcAft>
                <a:spcPts val="1000"/>
              </a:spcAft>
              <a:defRPr sz="1700">
                <a:solidFill>
                  <a:srgbClr val="212529"/>
                </a:solidFill>
                <a:latin typeface="Segoe UI"/>
              </a:defRPr>
            </a:pPr>
            <a:r>
              <a:t>Curriculum — Covered content (what you taught)</a:t>
            </a:r>
          </a:p>
          <a:p>
            <a:pPr>
              <a:spcAft>
                <a:spcPts val="1000"/>
              </a:spcAft>
              <a:defRPr sz="1700">
                <a:solidFill>
                  <a:srgbClr val="212529"/>
                </a:solidFill>
                <a:latin typeface="Segoe UI"/>
              </a:defRPr>
            </a:pPr>
            <a:r>
              <a:t>Reports, Book covering, Student Cases — if you see them</a:t>
            </a:r>
          </a:p>
        </p:txBody>
      </p:sp>
      <p:pic>
        <p:nvPicPr>
          <p:cNvPr id="4" name="Picture 3" descr="07-attendance-panel.png"/>
          <p:cNvPicPr>
            <a:picLocks noChangeAspect="1"/>
          </p:cNvPicPr>
          <p:nvPr/>
        </p:nvPicPr>
        <p:blipFill>
          <a:blip r:embed="rId3"/>
          <a:stretch>
            <a:fillRect/>
          </a:stretch>
        </p:blipFill>
        <p:spPr>
          <a:xfrm>
            <a:off x="5715000" y="1234440"/>
            <a:ext cx="2788920" cy="2240280"/>
          </a:xfrm>
          <a:prstGeom prst="rect">
            <a:avLst/>
          </a:prstGeom>
        </p:spPr>
      </p:pic>
      <p:pic>
        <p:nvPicPr>
          <p:cNvPr id="5" name="Picture 4" descr="08-session-notes.png"/>
          <p:cNvPicPr>
            <a:picLocks noChangeAspect="1"/>
          </p:cNvPicPr>
          <p:nvPr/>
        </p:nvPicPr>
        <p:blipFill>
          <a:blip r:embed="rId4"/>
          <a:stretch>
            <a:fillRect/>
          </a:stretch>
        </p:blipFill>
        <p:spPr>
          <a:xfrm>
            <a:off x="8641080" y="1234440"/>
            <a:ext cx="2788920" cy="2240280"/>
          </a:xfrm>
          <a:prstGeom prst="rect">
            <a:avLst/>
          </a:prstGeom>
        </p:spPr>
      </p:pic>
      <p:sp>
        <p:nvSpPr>
          <p:cNvPr id="6" name="Rectangle 5"/>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Save as you go</a:t>
            </a:r>
          </a:p>
        </p:txBody>
      </p:sp>
      <p:sp>
        <p:nvSpPr>
          <p:cNvPr id="3" name="TextBox 2"/>
          <p:cNvSpPr txBox="1"/>
          <p:nvPr/>
        </p:nvSpPr>
        <p:spPr>
          <a:xfrm>
            <a:off x="594360" y="1417320"/>
            <a:ext cx="5303520" cy="4754880"/>
          </a:xfrm>
          <a:prstGeom prst="rect">
            <a:avLst/>
          </a:prstGeom>
          <a:noFill/>
        </p:spPr>
        <p:txBody>
          <a:bodyPr wrap="square">
            <a:spAutoFit/>
          </a:bodyPr>
          <a:lstStyle/>
          <a:p>
            <a:pPr>
              <a:spcAft>
                <a:spcPts val="1000"/>
              </a:spcAft>
              <a:defRPr sz="2000">
                <a:solidFill>
                  <a:srgbClr val="212529"/>
                </a:solidFill>
                <a:latin typeface="Segoe UI"/>
              </a:defRPr>
            </a:pPr>
            <a:r>
              <a:t>Tap Save session after attendance, notes, or curriculum changes</a:t>
            </a:r>
          </a:p>
          <a:p>
            <a:pPr>
              <a:spcAft>
                <a:spcPts val="1000"/>
              </a:spcAft>
              <a:defRPr sz="2000">
                <a:solidFill>
                  <a:srgbClr val="212529"/>
                </a:solidFill>
                <a:latin typeface="Segoe UI"/>
              </a:defRPr>
            </a:pPr>
            <a:r>
              <a:t>Leaving without saving can lose work — Close may warn you</a:t>
            </a:r>
          </a:p>
        </p:txBody>
      </p:sp>
      <p:pic>
        <p:nvPicPr>
          <p:cNvPr id="4" name="Picture 3" descr="06-manage-session-map.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Finish the session — set status to Completed</a:t>
            </a:r>
          </a:p>
        </p:txBody>
      </p:sp>
      <p:sp>
        <p:nvSpPr>
          <p:cNvPr id="3" name="TextBox 2"/>
          <p:cNvSpPr txBox="1"/>
          <p:nvPr/>
        </p:nvSpPr>
        <p:spPr>
          <a:xfrm>
            <a:off x="594360" y="1417320"/>
            <a:ext cx="5120640" cy="4754880"/>
          </a:xfrm>
          <a:prstGeom prst="rect">
            <a:avLst/>
          </a:prstGeom>
          <a:noFill/>
        </p:spPr>
        <p:txBody>
          <a:bodyPr wrap="square">
            <a:spAutoFit/>
          </a:bodyPr>
          <a:lstStyle/>
          <a:p>
            <a:pPr>
              <a:spcAft>
                <a:spcPts val="1000"/>
              </a:spcAft>
              <a:defRPr sz="2000">
                <a:solidFill>
                  <a:srgbClr val="212529"/>
                </a:solidFill>
                <a:latin typeface="Segoe UI"/>
              </a:defRPr>
            </a:pPr>
            <a:r>
              <a:t>Open Session status at the top of Manage Session</a:t>
            </a:r>
          </a:p>
          <a:p>
            <a:pPr>
              <a:spcAft>
                <a:spcPts val="1000"/>
              </a:spcAft>
              <a:defRPr sz="2000">
                <a:solidFill>
                  <a:srgbClr val="212529"/>
                </a:solidFill>
                <a:latin typeface="Segoe UI"/>
              </a:defRPr>
            </a:pPr>
            <a:r>
              <a:t>Choose Completed (your school's completed status)</a:t>
            </a:r>
          </a:p>
          <a:p>
            <a:pPr>
              <a:spcAft>
                <a:spcPts val="1000"/>
              </a:spcAft>
              <a:defRPr sz="2000">
                <a:solidFill>
                  <a:srgbClr val="212529"/>
                </a:solidFill>
                <a:latin typeface="Segoe UI"/>
              </a:defRPr>
            </a:pPr>
            <a:r>
              <a:t>Confirm Session completed check by the title when shown</a:t>
            </a:r>
          </a:p>
          <a:p>
            <a:pPr>
              <a:spcAft>
                <a:spcPts val="1000"/>
              </a:spcAft>
              <a:defRPr sz="2000">
                <a:solidFill>
                  <a:srgbClr val="212529"/>
                </a:solidFill>
                <a:latin typeface="Segoe UI"/>
              </a:defRPr>
            </a:pPr>
            <a:r>
              <a:t>Click Save session again</a:t>
            </a:r>
          </a:p>
        </p:txBody>
      </p:sp>
      <p:pic>
        <p:nvPicPr>
          <p:cNvPr id="4" name="Picture 3" descr="09-session-status-picker.png"/>
          <p:cNvPicPr>
            <a:picLocks noChangeAspect="1"/>
          </p:cNvPicPr>
          <p:nvPr/>
        </p:nvPicPr>
        <p:blipFill>
          <a:blip r:embed="rId3"/>
          <a:stretch>
            <a:fillRect/>
          </a:stretch>
        </p:blipFill>
        <p:spPr>
          <a:xfrm>
            <a:off x="5715000" y="1234440"/>
            <a:ext cx="2834640" cy="2286000"/>
          </a:xfrm>
          <a:prstGeom prst="rect">
            <a:avLst/>
          </a:prstGeom>
        </p:spPr>
      </p:pic>
      <p:pic>
        <p:nvPicPr>
          <p:cNvPr id="5" name="Picture 4" descr="10-session-completed-check.png"/>
          <p:cNvPicPr>
            <a:picLocks noChangeAspect="1"/>
          </p:cNvPicPr>
          <p:nvPr/>
        </p:nvPicPr>
        <p:blipFill>
          <a:blip r:embed="rId4"/>
          <a:stretch>
            <a:fillRect/>
          </a:stretch>
        </p:blipFill>
        <p:spPr>
          <a:xfrm>
            <a:off x="8732520" y="1234440"/>
            <a:ext cx="2834640" cy="2286000"/>
          </a:xfrm>
          <a:prstGeom prst="rect">
            <a:avLst/>
          </a:prstGeom>
        </p:spPr>
      </p:pic>
      <p:sp>
        <p:nvSpPr>
          <p:cNvPr id="6" name="Rectangle 5"/>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Back on Schedule Overview — verify</a:t>
            </a:r>
          </a:p>
        </p:txBody>
      </p:sp>
      <p:sp>
        <p:nvSpPr>
          <p:cNvPr id="3" name="TextBox 2"/>
          <p:cNvSpPr txBox="1"/>
          <p:nvPr/>
        </p:nvSpPr>
        <p:spPr>
          <a:xfrm>
            <a:off x="594360" y="1417320"/>
            <a:ext cx="5303520" cy="4754880"/>
          </a:xfrm>
          <a:prstGeom prst="rect">
            <a:avLst/>
          </a:prstGeom>
          <a:noFill/>
        </p:spPr>
        <p:txBody>
          <a:bodyPr wrap="square">
            <a:spAutoFit/>
          </a:bodyPr>
          <a:lstStyle/>
          <a:p>
            <a:pPr>
              <a:spcAft>
                <a:spcPts val="1000"/>
              </a:spcAft>
              <a:defRPr sz="2000">
                <a:solidFill>
                  <a:srgbClr val="212529"/>
                </a:solidFill>
                <a:latin typeface="Segoe UI"/>
              </a:defRPr>
            </a:pPr>
            <a:r>
              <a:t>Return to Schedule Overview → Load (or refresh)</a:t>
            </a:r>
          </a:p>
          <a:p>
            <a:pPr>
              <a:spcAft>
                <a:spcPts val="1000"/>
              </a:spcAft>
              <a:defRPr sz="2000">
                <a:solidFill>
                  <a:srgbClr val="212529"/>
                </a:solidFill>
                <a:latin typeface="Segoe UI"/>
              </a:defRPr>
            </a:pPr>
            <a:r>
              <a:t>That row's Status should show Completed</a:t>
            </a:r>
          </a:p>
        </p:txBody>
      </p:sp>
      <p:pic>
        <p:nvPicPr>
          <p:cNvPr id="4" name="Picture 3" descr="11-verify-schedule-overview.png"/>
          <p:cNvPicPr>
            <a:picLocks noChangeAspect="1"/>
          </p:cNvPicPr>
          <p:nvPr/>
        </p:nvPicPr>
        <p:blipFill>
          <a:blip r:embed="rId3"/>
          <a:stretch>
            <a:fillRect/>
          </a:stretch>
        </p:blipFill>
        <p:spPr>
          <a:xfrm>
            <a:off x="5760720" y="1234440"/>
            <a:ext cx="5852160" cy="4709160"/>
          </a:xfrm>
          <a:prstGeom prst="rect">
            <a:avLst/>
          </a:prstGeom>
        </p:spPr>
      </p:pic>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1097280"/>
          </a:xfrm>
          <a:prstGeom prst="rect">
            <a:avLst/>
          </a:prstGeom>
          <a:noFill/>
        </p:spPr>
        <p:txBody>
          <a:bodyPr wrap="square">
            <a:spAutoFit/>
          </a:bodyPr>
          <a:lstStyle/>
          <a:p>
            <a:pPr>
              <a:defRPr sz="3200" b="1">
                <a:solidFill>
                  <a:srgbClr val="212529"/>
                </a:solidFill>
                <a:latin typeface="Segoe UI"/>
              </a:defRPr>
            </a:pPr>
            <a:r>
              <a:t>Quick fixes — keep calm</a:t>
            </a:r>
          </a:p>
        </p:txBody>
      </p:sp>
      <p:sp>
        <p:nvSpPr>
          <p:cNvPr id="3" name="TextBox 2"/>
          <p:cNvSpPr txBox="1"/>
          <p:nvPr/>
        </p:nvSpPr>
        <p:spPr>
          <a:xfrm>
            <a:off x="594360" y="1417320"/>
            <a:ext cx="10058400" cy="4754880"/>
          </a:xfrm>
          <a:prstGeom prst="rect">
            <a:avLst/>
          </a:prstGeom>
          <a:noFill/>
        </p:spPr>
        <p:txBody>
          <a:bodyPr wrap="square">
            <a:spAutoFit/>
          </a:bodyPr>
          <a:lstStyle/>
          <a:p>
            <a:pPr>
              <a:spcAft>
                <a:spcPts val="1000"/>
              </a:spcAft>
              <a:defRPr sz="2200">
                <a:solidFill>
                  <a:srgbClr val="212529"/>
                </a:solidFill>
                <a:latin typeface="Segoe UI"/>
              </a:defRPr>
            </a:pPr>
            <a:r>
              <a:t>I don't see my class → wrong Anchor Date / period / forgot Load</a:t>
            </a:r>
          </a:p>
          <a:p>
            <a:pPr>
              <a:spcAft>
                <a:spcPts val="1000"/>
              </a:spcAft>
              <a:defRPr sz="2200">
                <a:solidFill>
                  <a:srgbClr val="212529"/>
                </a:solidFill>
                <a:latin typeface="Segoe UI"/>
              </a:defRPr>
            </a:pPr>
            <a:r>
              <a:t>I can't change status → session locked or edit window closed — contact office</a:t>
            </a:r>
          </a:p>
          <a:p>
            <a:pPr>
              <a:spcAft>
                <a:spcPts val="1000"/>
              </a:spcAft>
              <a:defRPr sz="2200">
                <a:solidFill>
                  <a:srgbClr val="212529"/>
                </a:solidFill>
                <a:latin typeface="Segoe UI"/>
              </a:defRPr>
            </a:pPr>
            <a:r>
              <a:t>Save is disabled → session may be read-only — contact office for corrections</a:t>
            </a:r>
          </a:p>
        </p:txBody>
      </p:sp>
      <p:sp>
        <p:nvSpPr>
          <p:cNvPr id="4" name="Rectangle 3"/>
          <p:cNvSpPr/>
          <p:nvPr/>
        </p:nvSpPr>
        <p:spPr>
          <a:xfrm>
            <a:off x="594360" y="4754880"/>
            <a:ext cx="10881360" cy="1188720"/>
          </a:xfrm>
          <a:prstGeom prst="rect">
            <a:avLst/>
          </a:prstGeom>
          <a:solidFill>
            <a:srgbClr val="F3F8FF"/>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212529"/>
                </a:solidFill>
              </a:defRPr>
            </a:pPr>
            <a:r>
              <a:t>Need help? Contact your school office or IT support.</a:t>
            </a:r>
          </a:p>
        </p:txBody>
      </p:sp>
      <p:sp>
        <p:nvSpPr>
          <p:cNvPr id="5" name="Rectangle 4"/>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Teacher daily routine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8FF"/>
        </a:solidFill>
        <a:effectLst/>
      </p:bgPr>
    </p:bg>
    <p:spTree>
      <p:nvGrpSpPr>
        <p:cNvPr id="1" name=""/>
        <p:cNvGrpSpPr/>
        <p:nvPr/>
      </p:nvGrpSpPr>
      <p:grpSpPr>
        <a:xfrm>
          <a:off x="0" y="0"/>
          <a:ext cx="0" cy="0"/>
          <a:chOff x="0" y="0"/>
          <a:chExt cx="0" cy="0"/>
        </a:xfrm>
      </p:grpSpPr>
      <p:sp>
        <p:nvSpPr>
          <p:cNvPr id="2" name="TextBox 1"/>
          <p:cNvSpPr txBox="1"/>
          <p:nvPr/>
        </p:nvSpPr>
        <p:spPr>
          <a:xfrm>
            <a:off x="548640" y="502920"/>
            <a:ext cx="11064240" cy="1097280"/>
          </a:xfrm>
          <a:prstGeom prst="rect">
            <a:avLst/>
          </a:prstGeom>
          <a:noFill/>
        </p:spPr>
        <p:txBody>
          <a:bodyPr wrap="square">
            <a:spAutoFit/>
          </a:bodyPr>
          <a:lstStyle/>
          <a:p>
            <a:pPr>
              <a:defRPr sz="3200" b="1">
                <a:solidFill>
                  <a:srgbClr val="212529"/>
                </a:solidFill>
                <a:latin typeface="Segoe UI"/>
              </a:defRPr>
            </a:pPr>
            <a:r>
              <a:t>Your daily routine — recap</a:t>
            </a:r>
          </a:p>
        </p:txBody>
      </p:sp>
      <p:sp>
        <p:nvSpPr>
          <p:cNvPr id="3" name="Oval 2"/>
          <p:cNvSpPr/>
          <p:nvPr/>
        </p:nvSpPr>
        <p:spPr>
          <a:xfrm>
            <a:off x="685800" y="1600200"/>
            <a:ext cx="502920" cy="502920"/>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4" name="TextBox 3"/>
          <p:cNvSpPr txBox="1"/>
          <p:nvPr/>
        </p:nvSpPr>
        <p:spPr>
          <a:xfrm>
            <a:off x="1325880" y="1554480"/>
            <a:ext cx="9601200" cy="594360"/>
          </a:xfrm>
          <a:prstGeom prst="rect">
            <a:avLst/>
          </a:prstGeom>
          <a:noFill/>
        </p:spPr>
        <p:txBody>
          <a:bodyPr wrap="none">
            <a:spAutoFit/>
          </a:bodyPr>
          <a:lstStyle/>
          <a:p>
            <a:pPr>
              <a:defRPr sz="2200">
                <a:solidFill>
                  <a:srgbClr val="212529"/>
                </a:solidFill>
                <a:latin typeface="Segoe UI"/>
              </a:defRPr>
            </a:pPr>
            <a:r>
              <a:t>Open My Schedule</a:t>
            </a:r>
          </a:p>
        </p:txBody>
      </p:sp>
      <p:sp>
        <p:nvSpPr>
          <p:cNvPr id="5" name="Oval 4"/>
          <p:cNvSpPr/>
          <p:nvPr/>
        </p:nvSpPr>
        <p:spPr>
          <a:xfrm>
            <a:off x="685800" y="2468880"/>
            <a:ext cx="502920" cy="502920"/>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6" name="TextBox 5"/>
          <p:cNvSpPr txBox="1"/>
          <p:nvPr/>
        </p:nvSpPr>
        <p:spPr>
          <a:xfrm>
            <a:off x="1325880" y="2423160"/>
            <a:ext cx="9601200" cy="594360"/>
          </a:xfrm>
          <a:prstGeom prst="rect">
            <a:avLst/>
          </a:prstGeom>
          <a:noFill/>
        </p:spPr>
        <p:txBody>
          <a:bodyPr wrap="none">
            <a:spAutoFit/>
          </a:bodyPr>
          <a:lstStyle/>
          <a:p>
            <a:pPr>
              <a:defRPr sz="2200">
                <a:solidFill>
                  <a:srgbClr val="212529"/>
                </a:solidFill>
                <a:latin typeface="Segoe UI"/>
              </a:defRPr>
            </a:pPr>
            <a:r>
              <a:t>Anchor Date + period → Load</a:t>
            </a:r>
          </a:p>
        </p:txBody>
      </p:sp>
      <p:sp>
        <p:nvSpPr>
          <p:cNvPr id="7" name="Oval 6"/>
          <p:cNvSpPr/>
          <p:nvPr/>
        </p:nvSpPr>
        <p:spPr>
          <a:xfrm>
            <a:off x="685800" y="3337560"/>
            <a:ext cx="502920" cy="502920"/>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8" name="TextBox 7"/>
          <p:cNvSpPr txBox="1"/>
          <p:nvPr/>
        </p:nvSpPr>
        <p:spPr>
          <a:xfrm>
            <a:off x="1325880" y="3291840"/>
            <a:ext cx="9601200" cy="594360"/>
          </a:xfrm>
          <a:prstGeom prst="rect">
            <a:avLst/>
          </a:prstGeom>
          <a:noFill/>
        </p:spPr>
        <p:txBody>
          <a:bodyPr wrap="none">
            <a:spAutoFit/>
          </a:bodyPr>
          <a:lstStyle/>
          <a:p>
            <a:pPr>
              <a:defRPr sz="2200">
                <a:solidFill>
                  <a:srgbClr val="212529"/>
                </a:solidFill>
                <a:latin typeface="Segoe UI"/>
              </a:defRPr>
            </a:pPr>
            <a:r>
              <a:t>Click session → Manage Session</a:t>
            </a:r>
          </a:p>
        </p:txBody>
      </p:sp>
      <p:sp>
        <p:nvSpPr>
          <p:cNvPr id="9" name="Oval 8"/>
          <p:cNvSpPr/>
          <p:nvPr/>
        </p:nvSpPr>
        <p:spPr>
          <a:xfrm>
            <a:off x="685800" y="4206240"/>
            <a:ext cx="502920" cy="502920"/>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0" name="TextBox 9"/>
          <p:cNvSpPr txBox="1"/>
          <p:nvPr/>
        </p:nvSpPr>
        <p:spPr>
          <a:xfrm>
            <a:off x="1325880" y="4160520"/>
            <a:ext cx="9601200" cy="594360"/>
          </a:xfrm>
          <a:prstGeom prst="rect">
            <a:avLst/>
          </a:prstGeom>
          <a:noFill/>
        </p:spPr>
        <p:txBody>
          <a:bodyPr wrap="none">
            <a:spAutoFit/>
          </a:bodyPr>
          <a:lstStyle/>
          <a:p>
            <a:pPr>
              <a:defRPr sz="2200">
                <a:solidFill>
                  <a:srgbClr val="212529"/>
                </a:solidFill>
                <a:latin typeface="Segoe UI"/>
              </a:defRPr>
            </a:pPr>
            <a:r>
              <a:t>Attendance · Notes · Curriculum (and other visible sections)</a:t>
            </a:r>
          </a:p>
        </p:txBody>
      </p:sp>
      <p:sp>
        <p:nvSpPr>
          <p:cNvPr id="11" name="Oval 10"/>
          <p:cNvSpPr/>
          <p:nvPr/>
        </p:nvSpPr>
        <p:spPr>
          <a:xfrm>
            <a:off x="685800" y="5074920"/>
            <a:ext cx="502920" cy="502920"/>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12" name="TextBox 11"/>
          <p:cNvSpPr txBox="1"/>
          <p:nvPr/>
        </p:nvSpPr>
        <p:spPr>
          <a:xfrm>
            <a:off x="1325880" y="5029200"/>
            <a:ext cx="9601200" cy="594360"/>
          </a:xfrm>
          <a:prstGeom prst="rect">
            <a:avLst/>
          </a:prstGeom>
          <a:noFill/>
        </p:spPr>
        <p:txBody>
          <a:bodyPr wrap="none">
            <a:spAutoFit/>
          </a:bodyPr>
          <a:lstStyle/>
          <a:p>
            <a:pPr>
              <a:defRPr sz="2200">
                <a:solidFill>
                  <a:srgbClr val="212529"/>
                </a:solidFill>
                <a:latin typeface="Segoe UI"/>
              </a:defRPr>
            </a:pPr>
            <a:r>
              <a:t>Session status = Completed → Save session</a:t>
            </a:r>
          </a:p>
        </p:txBody>
      </p:sp>
      <p:pic>
        <p:nvPicPr>
          <p:cNvPr id="13" name="Picture 12" descr="01-dashboard-open-my-schedule.png"/>
          <p:cNvPicPr>
            <a:picLocks noChangeAspect="1"/>
          </p:cNvPicPr>
          <p:nvPr/>
        </p:nvPicPr>
        <p:blipFill>
          <a:blip r:embed="rId3"/>
          <a:stretch>
            <a:fillRect/>
          </a:stretch>
        </p:blipFill>
        <p:spPr>
          <a:xfrm>
            <a:off x="8046720" y="1371600"/>
            <a:ext cx="3566160" cy="1828800"/>
          </a:xfrm>
          <a:prstGeom prst="rect">
            <a:avLst/>
          </a:prstGeom>
        </p:spPr>
      </p:pic>
      <p:sp>
        <p:nvSpPr>
          <p:cNvPr id="14" name="Rectangle 13"/>
          <p:cNvSpPr/>
          <p:nvPr/>
        </p:nvSpPr>
        <p:spPr>
          <a:xfrm>
            <a:off x="0" y="6537960"/>
            <a:ext cx="12191695" cy="32004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Segoe UI"/>
              </a:defRPr>
            </a:pPr>
            <a:r>
              <a:t>Handout: save this slide as PDF for your desk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1895</TotalTime>
  <Words>1446</Words>
  <Application>Microsoft Office PowerPoint</Application>
  <PresentationFormat>Widescreen</PresentationFormat>
  <Paragraphs>175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apaknejad@equilibrium.ab.ca</cp:lastModifiedBy>
  <cp:revision>7</cp:revision>
  <dcterms:created xsi:type="dcterms:W3CDTF">2013-01-27T09:14:16Z</dcterms:created>
  <dcterms:modified xsi:type="dcterms:W3CDTF">2026-10-13T14:00:53Z</dcterms:modified>
  <cp:category/>
</cp:coreProperties>
</file>