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0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notesSlides/notesSlide10.xml" ContentType="application/vnd.openxmlformats-officedocument.presentationml.notesSlide+xml"/>
  <Override PartName="/ppt/ink/ink16.xml" ContentType="application/inkml+xml"/>
  <Override PartName="/ppt/ink/ink17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70" r:id="rId4"/>
    <p:sldId id="272" r:id="rId5"/>
    <p:sldId id="271" r:id="rId6"/>
    <p:sldId id="273" r:id="rId7"/>
    <p:sldId id="274" r:id="rId8"/>
    <p:sldId id="276" r:id="rId9"/>
    <p:sldId id="278" r:id="rId10"/>
    <p:sldId id="277" r:id="rId11"/>
    <p:sldId id="279" r:id="rId12"/>
    <p:sldId id="280" r:id="rId13"/>
    <p:sldId id="282" r:id="rId14"/>
    <p:sldId id="281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12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7" autoAdjust="0"/>
  </p:normalViewPr>
  <p:slideViewPr>
    <p:cSldViewPr snapToGrid="0" snapToObjects="1">
      <p:cViewPr varScale="1">
        <p:scale>
          <a:sx n="107" d="100"/>
          <a:sy n="107" d="100"/>
        </p:scale>
        <p:origin x="63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06:19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1082 24575,'25'-29'0,"-1"-2"0,-2 0 0,-1-1 0,32-67 0,1 0 0,7-14 0,26-40 0,-74 133 0,1 0 0,1 2 0,1 0 0,1 1 0,26-21 0,29-21 0,-31 24 0,1 3 0,1 0 0,2 3 0,86-42 0,-83 50 0,1 3 0,1 1 0,1 3 0,75-11 0,-21 16 0,123 7 0,-121 3 0,-102-1 0,0 1 0,0-1 0,-1 1 0,1 0 0,0 0 0,-1 1 0,1-1 0,-1 1 0,1 0 0,-1 0 0,0 1 0,0-1 0,0 1 0,5 3 0,-2 1 0,0 0 0,-1 0 0,1 1 0,-1-1 0,-1 1 0,8 15 0,-1 2 0,-1 1 0,-1 1 0,-1-1 0,4 30 0,1 7 0,-4 1 0,-2 1 0,-1 85 0,-8 462 0,-17-451 0,18 364 0,1-523 0,-1 0 0,0 0 0,0-1 0,0 1 0,-1 0 0,1 0 0,0 0 0,-1 0 0,1-1 0,-1 1 0,0 0 0,1-1 0,-1 1 0,0 0 0,0-1 0,0 1 0,0-1 0,0 1 0,0-1 0,-1 1 0,1-1 0,0 0 0,-1 0 0,1 0 0,-1 0 0,1 0 0,-3 1 0,2-2 0,1 1 0,-1-1 0,0 0 0,0-1 0,1 1 0,-1 0 0,0 0 0,1-1 0,-1 1 0,1-1 0,-1 1 0,1-1 0,-1 0 0,1 1 0,-1-1 0,1 0 0,-1 0 0,1 0 0,0 0 0,0 0 0,-1-1 0,1 1 0,0 0 0,0-1 0,0 1 0,0 0 0,0-1 0,1 1 0,-1-1 0,-1-2 0,-25-70 0,22 57 0,-1-1 0,-16-30 0,16 35 0,0 0 0,0 0 0,-4-20 0,8 27 0,0 1 0,1-1 0,0 0 0,0 1 0,1-1 0,-1 0 0,1 0 0,1 0 0,-1 1 0,1-1 0,1-6 0,-2 11 0,0 0 0,0 1 0,1-1 0,-1 0 0,0 1 0,0-1 0,1 0 0,-1 1 0,1-1 0,-1 1 0,0-1 0,1 0 0,-1 1 0,1-1 0,-1 1 0,1-1 0,-1 1 0,1-1 0,0 1 0,-1 0 0,1-1 0,0 1 0,-1 0 0,1-1 0,0 1 0,-1 0 0,1 0 0,0 0 0,-1 0 0,1-1 0,1 1 0,0 1 0,-1 0 0,1-1 0,-1 1 0,1 0 0,-1 0 0,1 0 0,-1 0 0,1 0 0,-1 0 0,0 0 0,0 0 0,3 3 0,27 45 0,-30-47 0,13 27 0,-2 0 0,15 54 0,11 29 0,-28-66 0,-9-40 0,-1 0 0,1-1 0,1 1 0,-1 0 0,1-1 0,0 1 0,5 8 0,-7-13 0,0-1 0,0 0 0,0 0 0,0 0 0,0 1 0,0-1 0,1 0 0,-1 0 0,0 0 0,0 0 0,0 1 0,1-1 0,-1 0 0,0 0 0,0 0 0,0 0 0,1 0 0,-1 0 0,0 0 0,0 0 0,1 1 0,-1-1 0,0 0 0,0 0 0,0 0 0,1 0 0,-1 0 0,0 0 0,0 0 0,1 0 0,-1-1 0,0 1 0,0 0 0,1 0 0,-1 0 0,0 0 0,0 0 0,0 0 0,1 0 0,-1-1 0,9-11 0,5-23 0,-11 27 0,29-75 0,-21 52 0,1-1 0,29-51 0,22-4-1365,-56 78-5461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07:50.3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24575,'397'0'-1365,"-381"0"-5461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07:51.9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24575,'0'542'-1365,"0"-526"-5461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11:01.0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3 633 24575,'0'-18'0,"-1"10"0,0 1 0,1 0 0,0-1 0,0 1 0,1-1 0,0 1 0,0 0 0,1 0 0,0 0 0,0 0 0,0 0 0,1 0 0,0 0 0,1 1 0,0-1 0,8-10 0,182-192 0,-39 73 0,-126 113 0,-17 12 0,1 1 0,0 0 0,0 1 0,1 0 0,1 1 0,21-8 0,-16 7 0,0 2 0,1 0 0,0 2 0,0 0 0,0 1 0,0 2 0,26-1 0,-28 3 0,3 0 0,0 1 0,31 5 0,-44-4 0,0 0 0,-1 1 0,1 0 0,-1 1 0,0 0 0,0 0 0,0 1 0,0-1 0,7 8 0,24 21 0,-1 2 0,-1 2 0,-2 2 0,58 82 0,-61-81 44,-22-29-396,-1 0-1,0 1 1,10 18 0,-12-17-6474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11:03.4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21 183 24575,'2'-51'0,"0"34"0,-2 0 0,1 0 0,-2 0 0,0 0 0,-5-23 0,6 39 0,0 1 0,0 0 0,0 0 0,0 0 0,0 0 0,0-1 0,0 1 0,0 0 0,0 0 0,0 0 0,0-1 0,0 1 0,0 0 0,0 0 0,0 0 0,0 0 0,0-1 0,0 1 0,0 0 0,0 0 0,0 0 0,0 0 0,0-1 0,-1 1 0,1 0 0,0 0 0,0 0 0,0 0 0,0 0 0,0-1 0,0 1 0,-1 0 0,1 0 0,0 0 0,0 0 0,0 0 0,0 0 0,0 0 0,-1 0 0,1 0 0,0-1 0,0 1 0,0 0 0,-1 0 0,1 0 0,0 0 0,0 0 0,0 0 0,0 0 0,-1 0 0,1 0 0,0 0 0,0 0 0,0 1 0,0-1 0,-1 0 0,1 0 0,0 0 0,0 0 0,-5 15 0,0 21 0,4-10 0,1 57 0,0-76 0,1 0 0,0 1 0,0-1 0,1 0 0,0 0 0,0 0 0,1 0 0,5 10 0,-7-15 0,0-1 0,0 1 0,0 0 0,0-1 0,1 0 0,-1 1 0,1-1 0,-1 0 0,1 1 0,0-1 0,-1 0 0,1 0 0,0 0 0,0-1 0,0 1 0,0 0 0,-1-1 0,1 1 0,0-1 0,0 0 0,0 1 0,0-1 0,0 0 0,0 0 0,0 0 0,0-1 0,0 1 0,0 0 0,0-1 0,0 1 0,0-1 0,3-1 0,8-4 0,-1 0 0,0 0 0,-1-2 0,12-7 0,9-6 0,-18 13-170,-1 2-1,1 0 0,0 0 1,1 2-1,-1 0 0,1 0 1,29-2-1,-29 5-6655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11:05.2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1 537 24575,'1'-6'0,"1"0"0,0 1 0,0-1 0,1 0 0,-1 1 0,1 0 0,0 0 0,1 0 0,-1 0 0,1 0 0,5-5 0,10-14 0,126-182 0,-92 140 0,-40 53 0,-1 0 0,-1-1 0,0 0 0,-1-1 0,-1 0 0,0-1 0,10-25 0,-18 40 0,-1 1 0,1-1 0,-1 0 0,0 0 0,1 1 0,-1-1 0,0 0 0,1 0 0,-1 1 0,0-1 0,0 0 0,0 0 0,0 0 0,0 1 0,0-1 0,0 0 0,0 0 0,0 0 0,0 1 0,0-1 0,0 0 0,-1 0 0,1 0 0,0 1 0,0-1 0,-1 0 0,1 1 0,-1-1 0,1 0 0,-1 1 0,1-1 0,-1 0 0,1 1 0,-1-1 0,0 1 0,1-1 0,-1 1 0,1-1 0,-1 1 0,0-1 0,0 1 0,1 0 0,-1-1 0,0 1 0,0 0 0,0 0 0,1 0 0,-1 0 0,0-1 0,0 1 0,0 0 0,1 0 0,-1 1 0,0-1 0,0 0 0,-1 0 0,-1 1 0,-1 0 0,1 0 0,0 0 0,0 0 0,-1 1 0,1-1 0,0 1 0,0-1 0,1 1 0,-1 0 0,0 1 0,-4 3 0,-35 47-1365,37-43-5461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11:07.0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73 130 24575,'-5'-6'0,"1"0"0,-1-1 0,2 1 0,-1-1 0,1 0 0,-1 0 0,2 0 0,-4-14 0,-12-26 0,18 46 0,0 1 0,0 0 0,-1-1 0,1 1 0,0 0 0,0-1 0,0 1 0,0 0 0,0-1 0,0 1 0,0 0 0,-1-1 0,1 1 0,0 0 0,0 0 0,0-1 0,-1 1 0,1 0 0,0 0 0,0-1 0,-1 1 0,1 0 0,0 0 0,0 0 0,-1 0 0,1-1 0,0 1 0,-1 0 0,1 0 0,0 0 0,-1 0 0,1 0 0,0 0 0,-1 0 0,1 0 0,0 0 0,0 0 0,-1 0 0,1 0 0,0 0 0,-1 0 0,1 0 0,-1 0 0,-5 17 0,4 24 0,3-32 0,0 0 0,0 1 0,1-1 0,0 0 0,0 0 0,1 0 0,0 0 0,9 15 0,-10-20 0,0-1 0,1 1 0,-1-1 0,1 0 0,0 0 0,0 0 0,0 0 0,1-1 0,-1 1 0,1-1 0,-1 0 0,1 0 0,0 0 0,-1 0 0,1-1 0,0 1 0,0-1 0,0 0 0,1 0 0,-1-1 0,6 1 0,17-1-341,-1-1 0,0-2-1,45-9 1,-58 9-6485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11:08.5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11:10.7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947 1 24575,'-7'0'0,"0"1"0,1 0 0,-1 0 0,1 1 0,-1 0 0,1 0 0,-1 1 0,1-1 0,0 1 0,0 1 0,-9 6 0,-8 7 0,-31 31 0,-3 2 0,4-9 0,24-18 0,-1-1 0,-40 23 0,4-7 0,50-26 0,-1-2 0,1-1 0,-2 0 0,1-1 0,-1 0 0,0-2 0,-1 0 0,0-1 0,-23 3 0,-65 9 0,80-11 0,1-1 0,-1-1 0,-37 0 0,63-4 0,0 0 0,-1 0 0,1 0 0,0 0 0,0 0 0,0 0 0,-1 0 0,1 0 0,0-1 0,0 1 0,0 0 0,0-1 0,0 1 0,-1-1 0,1 1 0,0-1 0,0 0 0,0 1 0,0-1 0,0 0 0,1 0 0,-1 1 0,0-1 0,-1-1 0,2 0 0,0 1 0,0 0 0,0 0 0,0-1 0,0 1 0,1 0 0,-1 0 0,0 0 0,0 0 0,1-1 0,-1 1 0,1 0 0,-1 0 0,1 0 0,0 0 0,-1 0 0,1 0 0,0 0 0,1-1 0,8-9 0,1 0 0,23-18 0,-24 21 0,-9 7 0,0 1 0,-1-1 0,1 0 0,0 0 0,0 0 0,0 1 0,-1-1 0,1 0 0,0 1 0,0-1 0,0 1 0,0-1 0,0 1 0,0 0 0,0-1 0,0 1 0,1 0 0,-1 0 0,1-1 0,-4 19 0,-30 44 0,25-48 0,6-13 0,-1 1 0,1-1 0,0 1 0,1 0 0,-1 0 0,0-1 0,0 1 0,1 0 0,-1 0 0,1 0 0,-1 0 0,1 0 0,0 0 0,0 0 0,0 0 0,0 0 0,0 0 0,1 2 0,1-2 0,0 0 0,0 0 0,0 0 0,0 0 0,1 0 0,-1-1 0,1 1 0,-1-1 0,1 1 0,0-1 0,3 1 0,-3 0 0,10 3 33,1 0 0,-1-1 0,17 3 0,30 11-1530,-45-11-5329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02:38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0 875 24575,'7'-2'0,"0"0"0,-1-1 0,1 1 0,-1-1 0,0 0 0,0-1 0,0 1 0,0-1 0,-1-1 0,0 1 0,1-1 0,-2 0 0,6-5 0,7-6 0,48-51 0,-46 46 0,1 0 0,33-27 0,60-26 0,2 4 0,178-78 0,-281 142 0,79-41 0,74-32 0,-43 30 0,-46 17 0,88-25 0,-131 49 0,-18 5 0,0 0 0,0-1 0,0-1 0,-1 0 0,1-1 0,-1-1 0,24-15 0,-37 22 0,-1 0 0,0 0 0,0 0 0,1-1 0,-1 1 0,0 0 0,0 0 0,0 0 0,1-1 0,-1 1 0,0 0 0,0 0 0,0 0 0,0-1 0,1 1 0,-1 0 0,0 0 0,0-1 0,0 1 0,0 0 0,0-1 0,0 1 0,0 0 0,0 0 0,0-1 0,0 1 0,0 0 0,0-1 0,0 1 0,0 0 0,0 0 0,0-1 0,0 1 0,0 0 0,0-1 0,0 1 0,0 0 0,0 0 0,-1-1 0,1 1 0,0 0 0,0 0 0,0 0 0,-1-1 0,1 1 0,0 0 0,-19-7 0,-22 4 0,-37 4 0,66 0 0,51-1 0,12-1 0,-25 0 0,0 0 0,30 5 0,-56-4 0,0 0 0,1 0 0,-1 0 0,0 0 0,1 1 0,-1-1 0,0 0 0,1 0 0,-1 0 0,0 1 0,0-1 0,1 0 0,-1 0 0,0 1 0,0-1 0,1 0 0,-1 0 0,0 1 0,0-1 0,0 0 0,0 1 0,1-1 0,-1 0 0,0 1 0,0-1 0,0 0 0,0 1 0,0-1 0,0 0 0,0 1 0,0-1 0,0 0 0,0 1 0,0-1 0,0 1 0,0-1 0,0 0 0,0 1 0,-1-1 0,1 0 0,0 1 0,0-1 0,0 0 0,0 0 0,-1 1 0,1-1 0,0 0 0,0 1 0,-1-1 0,1 0 0,0 0 0,0 1 0,-1-1 0,1 0 0,0 0 0,-1 0 0,1 0 0,0 1 0,-1-1 0,-27 25 0,16-13 0,2-1-341,0 1 0,1 0-1,-14 27 1,13-21-6485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16:20:55.7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24575,'0'7'0,"1"-1"0,0 1 0,1-1 0,0 1 0,0-1 0,0 0 0,0 1 0,1-1 0,0 0 0,0-1 0,8 11 0,55 60 0,-34-42 0,-11-11 0,0-1 0,2-1 0,1-1 0,0-1 0,1-1 0,45 23 0,-63-37 0,31 18 0,1-3 0,1 0 0,0-3 0,57 15 0,109 18 0,-70-36 0,-51-6 0,139 22 0,-147-22 0,148-6 0,-97-4 0,-138 1 0,0 0 0,1-1 0,-1 0 0,1-1 0,0 0 0,-15-8 0,0 0 0,-54-17 0,61 24 0,-1 0 0,1-2 0,0 0 0,1-1 0,-1 0 0,2-2 0,-19-13 0,34 23 0,-1 0 0,1 0 0,-1-1 0,1 1 0,-1 0 0,1-1 0,0 1 0,-1 0 0,1-1 0,-1 1 0,1-1 0,0 1 0,-1 0 0,1-1 0,0 1 0,-1-1 0,1 1 0,0-1 0,0 1 0,0-1 0,-1 0 0,1 1 0,0-1 0,0 1 0,0-1 0,0 1 0,0-1 0,0 1 0,0-1 0,0 0 0,0 1 0,0-1 0,1 1 0,-1-1 0,0 1 0,0-1 0,0 1 0,1-1 0,-1 1 0,0-1 0,1 0 0,27-8 0,-17 8 0,0 0 0,0 1 0,21 3 0,-11 3 0,-1 1 0,-1 1 0,1 1 0,-1 1 0,-1 1 0,0 0 0,0 1 0,-1 1 0,22 22 0,-38-33 0,0-1 0,0 0 0,0 1 0,0-1 0,0 1 0,-1-1 0,1 1 0,-1 0 0,1-1 0,-1 1 0,0 0 0,1-1 0,-1 1 0,0 0 0,0-1 0,0 1 0,0 0 0,0-1 0,-1 1 0,1 0 0,-1-1 0,1 1 0,-1-1 0,1 1 0,-1-1 0,0 1 0,0-1 0,1 1 0,-1-1 0,0 1 0,0-1 0,-1 0 0,1 0 0,0 0 0,-2 2 0,-47 43 0,47-44 0,-81 74-1365,71-66-5461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16:23:28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24575,'1'4'0,"1"-1"0,0 1 0,0-1 0,0 1 0,1-1 0,-1 0 0,1 0 0,0 0 0,-1 0 0,1 0 0,1 0 0,-1-1 0,0 0 0,1 1 0,-1-1 0,5 1 0,15 14 0,27 32 0,-3 2 0,-2 2 0,-3 2 0,41 69 0,-72-103 0,-1 1 0,-1 0 0,-1 0 0,-1 1 0,0-1 0,4 45 0,1-6 0,-3-20 0,-2-15 0,-1 1 0,-1 1 0,-2-1 0,0 0 0,-3 33 0,1-59 0,-1-1 0,0 1 0,0 0 0,0-1 0,0 1 0,0 0 0,0-1 0,0 1 0,-1 0 0,1-1 0,0 1 0,0-1 0,0 1 0,-1 0 0,1-1 0,0 1 0,0-1 0,-1 1 0,1-1 0,-1 1 0,1-1 0,0 1 0,-1-1 0,1 1 0,-1-1 0,1 1 0,-1-1 0,0 0 0,1 1 0,-1-1 0,1 0 0,-2 1 0,-16-13 0,-11-30 0,-40-87 0,68 128 0,1 0 0,-1 0 0,0 0 0,1 0 0,-1 0 0,1-1 0,-1 1 0,1 0 0,0 0 0,-1 0 0,1-1 0,0 1 0,0 0 0,0 0 0,0-1 0,0 0 0,0 1 0,1 1 0,-1 0 0,0-1 0,1 1 0,-1 0 0,0 0 0,1-1 0,-1 1 0,0 0 0,1 0 0,-1 0 0,0 0 0,1 0 0,-1-1 0,1 1 0,-1 0 0,0 0 0,1 0 0,-1 0 0,1 0 0,-1 0 0,0 0 0,1 0 0,-1 0 0,1 0 0,-1 1 0,1-1 0,-1 0 0,1 0 0,34 20 0,-27-11 0,0-1 0,0 2 0,-1-1 0,11 20 0,15 18 0,-33-46 0,0-1 0,1 1 0,-1-1 0,1 1 0,-1-1 0,1 0 0,-1 1 0,1-1 0,-1 0 0,1 0 0,-1 1 0,1-1 0,-1 0 0,1 0 0,-1 0 0,1 0 0,0 1 0,-1-1 0,1 0 0,-1 0 0,1 0 0,0 0 0,-1 0 0,1-1 0,-1 1 0,1 0 0,-1 0 0,1 0 0,-1 0 0,1-1 0,0 1 0,18-18 0,9-27 0,-27 43 0,10-21-108,-5 11-102,0 0 1,0 0-1,1 1 1,1 0-1,12-15 1,-9 15-6617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16:23:37.9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45 149 24575,'-1'1'0,"-1"-1"0,0 0 0,1 0 0,-1 0 0,0 0 0,1 0 0,-1-1 0,1 1 0,-1 0 0,0-1 0,1 1 0,-1-1 0,1 0 0,-1 0 0,1 1 0,-1-1 0,1 0 0,0 0 0,-1 0 0,1 0 0,0 0 0,0-1 0,0 1 0,0 0 0,0-1 0,0 1 0,0 0 0,0-1 0,0 1 0,1-1 0,-1 0 0,1 1 0,-1-1 0,1 1 0,-1-1 0,1 0 0,0 1 0,0-1 0,0 0 0,0 1 0,0-3 0,1-1 0,0 1 0,-1-1 0,2 1 0,-1-1 0,0 1 0,1 0 0,0 0 0,0 0 0,0 0 0,1 0 0,-1 0 0,1 0 0,0 1 0,4-4 0,-3 2 0,1 1 0,-1 1 0,1-1 0,1 1 0,-1 0 0,0 0 0,1 0 0,-1 1 0,1-1 0,0 2 0,0-1 0,0 1 0,0-1 0,0 2 0,0-1 0,0 1 0,0-1 0,0 2 0,0-1 0,0 1 0,0 0 0,0 0 0,0 1 0,0-1 0,0 1 0,0 1 0,-1-1 0,1 1 0,-1 0 0,0 0 0,0 1 0,0-1 0,0 1 0,-1 0 0,1 0 0,-1 1 0,0-1 0,0 1 0,-1 0 0,1 0 0,-1 1 0,0-1 0,-1 1 0,1-1 0,-1 1 0,0 0 0,-1 0 0,1 0 0,0 8 0,-1-6 0,0 0 0,-1 0 0,0 1 0,0-1 0,-1 0 0,0 1 0,0-1 0,-1 0 0,-4 12 0,4-16 0,0 1 0,-1 0 0,0-1 0,0 0 0,0 0 0,-1 0 0,1 0 0,-1 0 0,0-1 0,0 1 0,0-1 0,0 0 0,-1-1 0,1 1 0,-1-1 0,-6 3 0,-10 3 0,14-6 0,0 1 0,1-1 0,-1 2 0,0-1 0,-10 8 0,18-7 0,11-2 0,13-3 0,8-7-273,0 2 0,1 2 0,0 1 0,42 1 0,-54 2-6553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16:23:39.7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24575,'0'29'0,"1"0"0,2 0 0,8 43 0,15 79 0,-22-132-455,-1 1 0,0 30 0,-3-29-6371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16:23:42.0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24575,'0'4'0,"0"6"0,0 5 0,0 5 0,0 3 0,0-3-8191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16:23:28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24575,'1'4'0,"1"-1"0,0 1 0,0-1 0,0 1 0,1-1 0,-1 0 0,1 0 0,0 0 0,-1 0 0,1 0 0,1 0 0,-1-1 0,0 0 0,1 1 0,-1-1 0,5 1 0,15 14 0,27 32 0,-3 2 0,-2 2 0,-3 2 0,41 69 0,-72-103 0,-1 1 0,-1 0 0,-1 0 0,-1 1 0,0-1 0,4 45 0,1-6 0,-3-20 0,-2-15 0,-1 1 0,-1 1 0,-2-1 0,0 0 0,-3 33 0,1-59 0,-1-1 0,0 1 0,0 0 0,0-1 0,0 1 0,0 0 0,0-1 0,0 1 0,-1 0 0,1-1 0,0 1 0,0-1 0,0 1 0,-1 0 0,1-1 0,0 1 0,0-1 0,-1 1 0,1-1 0,-1 1 0,1-1 0,0 1 0,-1-1 0,1 1 0,-1-1 0,1 1 0,-1-1 0,0 0 0,1 1 0,-1-1 0,1 0 0,-2 1 0,-16-13 0,-11-30 0,-40-87 0,68 128 0,1 0 0,-1 0 0,0 0 0,1 0 0,-1 0 0,1-1 0,-1 1 0,1 0 0,0 0 0,-1 0 0,1-1 0,0 1 0,0 0 0,0 0 0,0-1 0,0 0 0,0 1 0,1 1 0,-1 0 0,0-1 0,1 1 0,-1 0 0,0 0 0,1-1 0,-1 1 0,0 0 0,1 0 0,-1 0 0,0 0 0,1 0 0,-1-1 0,1 1 0,-1 0 0,0 0 0,1 0 0,-1 0 0,1 0 0,-1 0 0,0 0 0,1 0 0,-1 0 0,1 0 0,-1 1 0,1-1 0,-1 0 0,1 0 0,34 20 0,-27-11 0,0-1 0,0 2 0,-1-1 0,11 20 0,15 18 0,-33-46 0,0-1 0,1 1 0,-1-1 0,1 1 0,-1-1 0,1 0 0,-1 1 0,1-1 0,-1 0 0,1 0 0,-1 1 0,1-1 0,-1 0 0,1 0 0,-1 0 0,1 0 0,0 1 0,-1-1 0,1 0 0,-1 0 0,1 0 0,0 0 0,-1 0 0,1-1 0,-1 1 0,1 0 0,-1 0 0,1 0 0,-1 0 0,1-1 0,0 1 0,18-18 0,9-27 0,-27 43 0,10-21-108,-5 11-102,0 0 1,0 0-1,1 1 1,1 0-1,12-15 1,-9 15-6617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16:23:37.9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45 149 24575,'-1'1'0,"-1"-1"0,0 0 0,1 0 0,-1 0 0,0 0 0,1 0 0,-1-1 0,1 1 0,-1 0 0,0-1 0,1 1 0,-1-1 0,1 0 0,-1 0 0,1 1 0,-1-1 0,1 0 0,0 0 0,-1 0 0,1 0 0,0 0 0,0-1 0,0 1 0,0 0 0,0-1 0,0 1 0,0 0 0,0-1 0,0 1 0,1-1 0,-1 0 0,1 1 0,-1-1 0,1 1 0,-1-1 0,1 0 0,0 1 0,0-1 0,0 0 0,0 1 0,0-3 0,1-1 0,0 1 0,-1-1 0,2 1 0,-1-1 0,0 1 0,1 0 0,0 0 0,0 0 0,0 0 0,1 0 0,-1 0 0,1 0 0,0 1 0,4-4 0,-3 2 0,1 1 0,-1 1 0,1-1 0,1 1 0,-1 0 0,0 0 0,1 0 0,-1 1 0,1-1 0,0 2 0,0-1 0,0 1 0,0-1 0,0 2 0,0-1 0,0 1 0,0-1 0,0 2 0,0-1 0,0 1 0,0 0 0,0 0 0,0 1 0,0-1 0,0 1 0,0 1 0,-1-1 0,1 1 0,-1 0 0,0 0 0,0 1 0,0-1 0,0 1 0,-1 0 0,1 0 0,-1 1 0,0-1 0,0 1 0,-1 0 0,1 0 0,-1 1 0,0-1 0,-1 1 0,1-1 0,-1 1 0,0 0 0,-1 0 0,1 0 0,0 8 0,-1-6 0,0 0 0,-1 0 0,0 1 0,0-1 0,-1 0 0,0 1 0,0-1 0,-1 0 0,-4 12 0,4-16 0,0 1 0,-1 0 0,0-1 0,0 0 0,0 0 0,-1 0 0,1 0 0,-1 0 0,0-1 0,0 1 0,0-1 0,0 0 0,-1-1 0,1 1 0,-1-1 0,-6 3 0,-10 3 0,14-6 0,0 1 0,1-1 0,-1 2 0,0-1 0,-10 8 0,18-7 0,11-2 0,13-3 0,8-7-273,0 2 0,1 2 0,0 1 0,42 1 0,-54 2-6553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1197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Today is only what you do most days—not every admin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you can use email, you can do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DB3DF-BC01-9A20-E070-F45B34730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E11703-8C88-E754-1A02-8B74986CB6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6A49E-2F3D-4BBA-C9E3-0E2FC7932C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only front door they need for planning.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D4D56-0BC8-CF4C-139E-958B6FCFA4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3322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7BBF6-694F-D255-243F-2E749F618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39A85B-7E96-0FDB-6022-C318966606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918218-C8DF-D384-687B-9A0DDE49AB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only front door they need for planning.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9089D-03D2-B1A6-8639-E7F50A6022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77128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38DD6-0FE9-1A44-877E-F54520B3D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01F7D-D75A-BE61-1496-062C15F800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5D790-FC1C-13E7-ABB6-460AFFD3A9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only front door they need for planning.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92F5A-1BF4-F324-B27E-2994F141D1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058357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DE2EF-BA3A-25A3-A65B-BB892178A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CDB7E1-1017-EB63-B5AB-92F1DAC43B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E7751-6A55-84D3-ED34-819CA081AE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only front door they need for planning.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8A336-E34D-B4A4-A64D-243357A4D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307584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F66AE-A100-0E39-5E42-CB2D8446D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AB409B-C776-6AE0-B10F-71682802A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A488B9-E834-D0D1-9735-92CCB164C1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only front door they need for planning.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AF99D4-D189-A943-F142-5EC45B441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790413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D9520-15D2-64DA-8213-4F7796D25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2AD5D-C6B6-AAA6-9F18-602EE86C70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F709B6-FC2E-8D7F-ED17-E5EB3D421C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only front door they need for planning.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745BDC-0EF7-DB8F-F5F7-8A10EB8CD5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456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541D2-25B2-3748-3600-1B777CB6A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0B3AE9-4058-A79A-D961-287DDEAAF5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88DDA9-05E8-69D5-B993-B903F705C3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only front door they need for planning.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D5AE4-1A76-C7DF-267F-5F49C855DE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00006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35FE7-FF29-F74C-E10F-29352560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95A1F1-EB74-2B07-B676-B27FEE8348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6D586D-777C-CF8D-C42C-0CF7212739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only front door they need for planning.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FCC48-B8EC-FF42-D5A2-7C3C37D92E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205237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CDA9B-AF9F-BBDB-FC06-C2A487970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7693CF-316F-92AB-F6FD-E0111E780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BFB0E2-E476-959E-105A-97E3BECBCF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only front door they need for planning.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41C97-1E01-EC14-5911-ACF884581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877702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5E271-9819-97DE-A053-B65AFA20A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81A03B-8B55-EEC1-A425-4FE1611C5E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E7E98-78D3-8150-2C8E-55D0A911E4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only front door they need for planning.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CC37B5-5ED5-4EB1-66AE-B95ADB316F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544812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E87ED-FF57-ACAD-2D10-5358EEF3B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CFDF2-66EA-DB76-F1E5-2984A8790A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931DF5-A52C-8B7A-188C-5525D38D87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only front door they need for planning.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C12D3-689D-45B6-A5E0-C3D77ABC40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876371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5AA73-00F1-14C3-BDAB-38D196C95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A7AC7D-E4E5-A0B9-C713-856A7C94F2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400079-B1B8-8314-4E9C-88F044ECA6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only front door they need for planning.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22F32-6181-FB8C-745E-10094511C9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934017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only front door they need for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Date, Time, Class, Status are enough—they don't need every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Weekly + today's anchor for Monday planning; Daily on teaching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Scan status summary pills above the table when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session at a time—same steps every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Next slide is the daily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 section is missing, focus on what you see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Save before switching sessions or closing the browser 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Status is not the same as attendance—you need both where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how you know you're caught up for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Normalize asking for help—reduces fear of breaking the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Offer 5 minutes hands-on if training is in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qualizer.up.railway.app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customXml" Target="../ink/ink4.xml"/><Relationship Id="rId18" Type="http://schemas.openxmlformats.org/officeDocument/2006/relationships/image" Target="../media/image12.png"/><Relationship Id="rId3" Type="http://schemas.openxmlformats.org/officeDocument/2006/relationships/image" Target="../media/image1.png"/><Relationship Id="rId21" Type="http://schemas.openxmlformats.org/officeDocument/2006/relationships/customXml" Target="../ink/ink8.xml"/><Relationship Id="rId7" Type="http://schemas.openxmlformats.org/officeDocument/2006/relationships/customXml" Target="../ink/ink1.xml"/><Relationship Id="rId12" Type="http://schemas.openxmlformats.org/officeDocument/2006/relationships/image" Target="../media/image9.png"/><Relationship Id="rId17" Type="http://schemas.openxmlformats.org/officeDocument/2006/relationships/customXml" Target="../ink/ink6.xml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1.png"/><Relationship Id="rId20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customXml" Target="../ink/ink3.xml"/><Relationship Id="rId24" Type="http://schemas.openxmlformats.org/officeDocument/2006/relationships/image" Target="../media/image15.png"/><Relationship Id="rId5" Type="http://schemas.openxmlformats.org/officeDocument/2006/relationships/image" Target="../media/image5.png"/><Relationship Id="rId15" Type="http://schemas.openxmlformats.org/officeDocument/2006/relationships/customXml" Target="../ink/ink5.xml"/><Relationship Id="rId23" Type="http://schemas.openxmlformats.org/officeDocument/2006/relationships/customXml" Target="../ink/ink9.xml"/><Relationship Id="rId10" Type="http://schemas.openxmlformats.org/officeDocument/2006/relationships/image" Target="../media/image8.png"/><Relationship Id="rId19" Type="http://schemas.openxmlformats.org/officeDocument/2006/relationships/customXml" Target="../ink/ink7.xml"/><Relationship Id="rId4" Type="http://schemas.openxmlformats.org/officeDocument/2006/relationships/image" Target="../media/image4.png"/><Relationship Id="rId9" Type="http://schemas.openxmlformats.org/officeDocument/2006/relationships/customXml" Target="../ink/ink2.xml"/><Relationship Id="rId14" Type="http://schemas.openxmlformats.org/officeDocument/2006/relationships/image" Target="../media/image10.png"/><Relationship Id="rId22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0.xml"/><Relationship Id="rId5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13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12" Type="http://schemas.openxmlformats.org/officeDocument/2006/relationships/customXml" Target="../ink/ink1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1.xml"/><Relationship Id="rId11" Type="http://schemas.openxmlformats.org/officeDocument/2006/relationships/image" Target="../media/image23.png"/><Relationship Id="rId5" Type="http://schemas.openxmlformats.org/officeDocument/2006/relationships/image" Target="../media/image20.png"/><Relationship Id="rId15" Type="http://schemas.openxmlformats.org/officeDocument/2006/relationships/image" Target="../media/image25.png"/><Relationship Id="rId10" Type="http://schemas.openxmlformats.org/officeDocument/2006/relationships/customXml" Target="../ink/ink13.xml"/><Relationship Id="rId4" Type="http://schemas.openxmlformats.org/officeDocument/2006/relationships/image" Target="../media/image1.png"/><Relationship Id="rId9" Type="http://schemas.openxmlformats.org/officeDocument/2006/relationships/image" Target="../media/image22.png"/><Relationship Id="rId14" Type="http://schemas.openxmlformats.org/officeDocument/2006/relationships/customXml" Target="../ink/ink15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customXml" Target="../ink/ink1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customXml" Target="../ink/ink16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9607117" cy="19492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12529"/>
                </a:solidFill>
                <a:latin typeface="Segoe UI"/>
              </a:defRPr>
            </a:pPr>
            <a:r>
              <a:rPr dirty="0"/>
              <a:t>Your daily routine in the school app</a:t>
            </a:r>
          </a:p>
          <a:p>
            <a:pPr>
              <a:spcBef>
                <a:spcPts val="1600"/>
              </a:spcBef>
              <a:defRPr sz="2400">
                <a:solidFill>
                  <a:srgbClr val="0D6EFD"/>
                </a:solidFill>
                <a:latin typeface="Segoe UI"/>
              </a:defRPr>
            </a:pPr>
            <a:r>
              <a:rPr lang="en-US" dirty="0"/>
              <a:t>Quick and Detailed Manual/Instructions</a:t>
            </a:r>
            <a:endParaRPr dirty="0"/>
          </a:p>
          <a:p>
            <a:pPr>
              <a:spcBef>
                <a:spcPts val="2800"/>
              </a:spcBef>
              <a:defRPr sz="1600">
                <a:solidFill>
                  <a:srgbClr val="6C757D"/>
                </a:solidFill>
                <a:latin typeface="Segoe UI"/>
              </a:defRPr>
            </a:pPr>
            <a:r>
              <a:rPr dirty="0"/>
              <a:t>For </a:t>
            </a:r>
            <a:r>
              <a:rPr lang="en-US" dirty="0"/>
              <a:t>T</a:t>
            </a:r>
            <a:r>
              <a:rPr dirty="0"/>
              <a:t>eachers</a:t>
            </a:r>
            <a:r>
              <a:rPr lang="en-US" dirty="0"/>
              <a:t>/Instructors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rPr lang="en-US" dirty="0"/>
              <a:t>AMIN PAKNEJAD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CB3A9F-E0B6-7B98-CA3A-67D94A226D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05386"/>
            <a:ext cx="4572407" cy="10824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t>What you'll 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5087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rPr dirty="0"/>
              <a:t>Find your sessions for today or this week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rPr dirty="0"/>
              <a:t>Open Manage Session for each class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rPr dirty="0"/>
              <a:t>Finish with the right session status (Completed) and Save session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5029200"/>
            <a:ext cx="2560320" cy="1005840"/>
          </a:xfrm>
          <a:prstGeom prst="rect">
            <a:avLst/>
          </a:prstGeom>
          <a:solidFill>
            <a:srgbClr val="F3F8FF"/>
          </a:solidFill>
          <a:ln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D6EFD"/>
                </a:solidFill>
              </a:defRPr>
            </a:pPr>
            <a:r>
              <a:rPr lang="en-US" dirty="0"/>
              <a:t>My </a:t>
            </a:r>
            <a:r>
              <a:rPr dirty="0"/>
              <a:t>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5029200"/>
            <a:ext cx="2560320" cy="1005840"/>
          </a:xfrm>
          <a:prstGeom prst="rect">
            <a:avLst/>
          </a:prstGeom>
          <a:solidFill>
            <a:srgbClr val="F3F8FF"/>
          </a:solidFill>
          <a:ln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D6EFD"/>
                </a:solidFill>
              </a:defRPr>
            </a:pPr>
            <a:r>
              <a:rPr lang="en-US" dirty="0"/>
              <a:t>Pick Session/</a:t>
            </a:r>
            <a:r>
              <a:rPr dirty="0"/>
              <a:t>Class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19" y="5029200"/>
            <a:ext cx="2560320" cy="1005840"/>
          </a:xfrm>
          <a:prstGeom prst="rect">
            <a:avLst/>
          </a:prstGeom>
          <a:solidFill>
            <a:srgbClr val="F3F8FF"/>
          </a:solidFill>
          <a:ln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D6EFD"/>
                </a:solidFill>
              </a:defRPr>
            </a:pPr>
            <a:r>
              <a:rPr lang="en-US" dirty="0"/>
              <a:t>Fill out required fields and </a:t>
            </a:r>
            <a:r>
              <a:rPr dirty="0"/>
              <a:t>Done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DAE6E6D-49AA-27EE-B7EC-CDE08BC3BF68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7" name="Rectangle 6"/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6EECB69-1228-5660-BFA1-D12DAE4C4B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67287-B592-D0D8-14D9-2EAB21276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75EFD6-5096-F1EB-FA74-EFA0AFEFBDCB}"/>
              </a:ext>
            </a:extLst>
          </p:cNvPr>
          <p:cNvSpPr txBox="1"/>
          <p:nvPr/>
        </p:nvSpPr>
        <p:spPr>
          <a:xfrm>
            <a:off x="373269" y="411480"/>
            <a:ext cx="4901901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rPr dirty="0"/>
              <a:t>Where to start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rPr lang="en-US" dirty="0"/>
              <a:t>Logging 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47C2F2-E825-C0E0-F3B1-F087B69734AF}"/>
              </a:ext>
            </a:extLst>
          </p:cNvPr>
          <p:cNvSpPr txBox="1"/>
          <p:nvPr/>
        </p:nvSpPr>
        <p:spPr>
          <a:xfrm>
            <a:off x="373269" y="1417320"/>
            <a:ext cx="530138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fontAlgn="t">
              <a:lnSpc>
                <a:spcPct val="150000"/>
              </a:lnSpc>
              <a:buFont typeface="+mj-lt"/>
              <a:buAutoNum type="arabicPeriod"/>
            </a:pPr>
            <a:r>
              <a:rPr lang="en-CA" sz="2000" dirty="0">
                <a:latin typeface="+mj-lt"/>
              </a:rPr>
              <a:t>Open your web browser and go to:</a:t>
            </a:r>
            <a:br>
              <a:rPr lang="en-CA" sz="2000" dirty="0">
                <a:latin typeface="+mj-lt"/>
              </a:rPr>
            </a:br>
            <a:r>
              <a:rPr lang="en-CA" sz="2000" dirty="0">
                <a:latin typeface="+mj-lt"/>
              </a:rPr>
              <a:t>	</a:t>
            </a:r>
            <a:r>
              <a:rPr lang="en-CA" sz="2000" b="1" dirty="0">
                <a:latin typeface="+mj-lt"/>
                <a:hlinkClick r:id="rId3"/>
              </a:rPr>
              <a:t>https://equalizer.up.railway.app/</a:t>
            </a:r>
            <a:r>
              <a:rPr lang="en-CA" sz="2000" b="1" dirty="0">
                <a:latin typeface="+mj-lt"/>
              </a:rPr>
              <a:t> </a:t>
            </a:r>
            <a:endParaRPr lang="en-CA" sz="2000" dirty="0">
              <a:latin typeface="+mj-lt"/>
            </a:endParaRPr>
          </a:p>
          <a:p>
            <a:pPr marL="342900" lvl="0" indent="-342900" fontAlgn="t">
              <a:lnSpc>
                <a:spcPct val="150000"/>
              </a:lnSpc>
              <a:buFont typeface="+mj-lt"/>
              <a:buAutoNum type="arabicPeriod"/>
            </a:pPr>
            <a:r>
              <a:rPr lang="en-CA" sz="2000" dirty="0">
                <a:latin typeface="+mj-lt"/>
              </a:rPr>
              <a:t>Click </a:t>
            </a:r>
            <a:r>
              <a:rPr lang="en-CA" sz="2000" b="1" dirty="0">
                <a:latin typeface="+mj-lt"/>
              </a:rPr>
              <a:t>Sign In</a:t>
            </a:r>
            <a:r>
              <a:rPr lang="en-CA" sz="2000" dirty="0">
                <a:latin typeface="+mj-lt"/>
              </a:rPr>
              <a:t> from the main menu.</a:t>
            </a:r>
          </a:p>
          <a:p>
            <a:pPr marL="342900" lvl="0" indent="-342900" fontAlgn="t">
              <a:lnSpc>
                <a:spcPct val="150000"/>
              </a:lnSpc>
              <a:buFont typeface="+mj-lt"/>
              <a:buAutoNum type="arabicPeriod"/>
            </a:pPr>
            <a:r>
              <a:rPr lang="en-CA" sz="2000" dirty="0">
                <a:latin typeface="+mj-lt"/>
              </a:rPr>
              <a:t>On the </a:t>
            </a:r>
            <a:r>
              <a:rPr lang="en-CA" sz="2000" b="1" dirty="0">
                <a:latin typeface="+mj-lt"/>
              </a:rPr>
              <a:t>Login</a:t>
            </a:r>
            <a:r>
              <a:rPr lang="en-CA" sz="2000" dirty="0">
                <a:latin typeface="+mj-lt"/>
              </a:rPr>
              <a:t> page, select </a:t>
            </a:r>
            <a:r>
              <a:rPr lang="en-CA" sz="2000" b="1" dirty="0">
                <a:latin typeface="+mj-lt"/>
              </a:rPr>
              <a:t>Microsoft</a:t>
            </a:r>
            <a:r>
              <a:rPr lang="en-CA" sz="2000" dirty="0">
                <a:latin typeface="+mj-lt"/>
              </a:rPr>
              <a:t> and sign in using your official </a:t>
            </a:r>
            <a:r>
              <a:rPr lang="en-CA" sz="2000" b="1" dirty="0">
                <a:latin typeface="+mj-lt"/>
              </a:rPr>
              <a:t>Equilibrium</a:t>
            </a:r>
            <a:r>
              <a:rPr lang="en-CA" sz="2000" dirty="0">
                <a:latin typeface="+mj-lt"/>
              </a:rPr>
              <a:t> email account.</a:t>
            </a:r>
          </a:p>
          <a:p>
            <a:pPr marL="342900" lvl="0" indent="-342900" fontAlgn="t">
              <a:lnSpc>
                <a:spcPct val="150000"/>
              </a:lnSpc>
              <a:buFont typeface="+mj-lt"/>
              <a:buAutoNum type="arabicPeriod"/>
            </a:pPr>
            <a:r>
              <a:rPr lang="en-CA" sz="2000" dirty="0">
                <a:latin typeface="+mj-lt"/>
              </a:rPr>
              <a:t>Follow the on-screen instructions to complete the sign-in process and access the app.</a:t>
            </a:r>
          </a:p>
        </p:txBody>
      </p:sp>
      <p:sp>
        <p:nvSpPr>
          <p:cNvPr id="24" name="Star: 8 Points 23">
            <a:extLst>
              <a:ext uri="{FF2B5EF4-FFF2-40B4-BE49-F238E27FC236}">
                <a16:creationId xmlns:a16="http://schemas.microsoft.com/office/drawing/2014/main" id="{904BD6DA-DA5F-44AA-3DD9-CFBB6FC5B5DD}"/>
              </a:ext>
            </a:extLst>
          </p:cNvPr>
          <p:cNvSpPr/>
          <p:nvPr/>
        </p:nvSpPr>
        <p:spPr>
          <a:xfrm>
            <a:off x="7412476" y="19458"/>
            <a:ext cx="382621" cy="311284"/>
          </a:xfrm>
          <a:prstGeom prst="star8">
            <a:avLst/>
          </a:prstGeom>
          <a:noFill/>
          <a:ln w="28575">
            <a:solidFill>
              <a:srgbClr val="FA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B640376-A1E9-C6B7-EFF6-F5C5AAD6FB0F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997D92E-6F4E-65AB-B3BC-18912CD4CDB6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8C376115-60E8-BD5E-0D43-9CA8220235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4F657E50-F2DC-70EC-64F7-D4E64EE49B0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120" b="51531"/>
          <a:stretch>
            <a:fillRect/>
          </a:stretch>
        </p:blipFill>
        <p:spPr>
          <a:xfrm>
            <a:off x="5792871" y="236385"/>
            <a:ext cx="6025860" cy="2663757"/>
          </a:xfrm>
          <a:prstGeom prst="rect">
            <a:avLst/>
          </a:prstGeom>
          <a:ln w="31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13149387">
                  <a:custGeom>
                    <a:avLst/>
                    <a:gdLst>
                      <a:gd name="csX0" fmla="*/ 0 w 6025860"/>
                      <a:gd name="csY0" fmla="*/ 0 h 2663757"/>
                      <a:gd name="csX1" fmla="*/ 668323 w 6025860"/>
                      <a:gd name="csY1" fmla="*/ 0 h 2663757"/>
                      <a:gd name="csX2" fmla="*/ 1336645 w 6025860"/>
                      <a:gd name="csY2" fmla="*/ 0 h 2663757"/>
                      <a:gd name="csX3" fmla="*/ 1884451 w 6025860"/>
                      <a:gd name="csY3" fmla="*/ 0 h 2663757"/>
                      <a:gd name="csX4" fmla="*/ 2552773 w 6025860"/>
                      <a:gd name="csY4" fmla="*/ 0 h 2663757"/>
                      <a:gd name="csX5" fmla="*/ 3160837 w 6025860"/>
                      <a:gd name="csY5" fmla="*/ 0 h 2663757"/>
                      <a:gd name="csX6" fmla="*/ 3648384 w 6025860"/>
                      <a:gd name="csY6" fmla="*/ 0 h 2663757"/>
                      <a:gd name="csX7" fmla="*/ 4316707 w 6025860"/>
                      <a:gd name="csY7" fmla="*/ 0 h 2663757"/>
                      <a:gd name="csX8" fmla="*/ 4985030 w 6025860"/>
                      <a:gd name="csY8" fmla="*/ 0 h 2663757"/>
                      <a:gd name="csX9" fmla="*/ 5532835 w 6025860"/>
                      <a:gd name="csY9" fmla="*/ 0 h 2663757"/>
                      <a:gd name="csX10" fmla="*/ 6025860 w 6025860"/>
                      <a:gd name="csY10" fmla="*/ 0 h 2663757"/>
                      <a:gd name="csX11" fmla="*/ 6025860 w 6025860"/>
                      <a:gd name="csY11" fmla="*/ 586027 h 2663757"/>
                      <a:gd name="csX12" fmla="*/ 6025860 w 6025860"/>
                      <a:gd name="csY12" fmla="*/ 1038865 h 2663757"/>
                      <a:gd name="csX13" fmla="*/ 6025860 w 6025860"/>
                      <a:gd name="csY13" fmla="*/ 1518341 h 2663757"/>
                      <a:gd name="csX14" fmla="*/ 6025860 w 6025860"/>
                      <a:gd name="csY14" fmla="*/ 2104368 h 2663757"/>
                      <a:gd name="csX15" fmla="*/ 6025860 w 6025860"/>
                      <a:gd name="csY15" fmla="*/ 2663757 h 2663757"/>
                      <a:gd name="csX16" fmla="*/ 5478055 w 6025860"/>
                      <a:gd name="csY16" fmla="*/ 2663757 h 2663757"/>
                      <a:gd name="csX17" fmla="*/ 4930249 w 6025860"/>
                      <a:gd name="csY17" fmla="*/ 2663757 h 2663757"/>
                      <a:gd name="csX18" fmla="*/ 4563219 w 6025860"/>
                      <a:gd name="csY18" fmla="*/ 2663757 h 2663757"/>
                      <a:gd name="csX19" fmla="*/ 3894897 w 6025860"/>
                      <a:gd name="csY19" fmla="*/ 2663757 h 2663757"/>
                      <a:gd name="csX20" fmla="*/ 3226574 w 6025860"/>
                      <a:gd name="csY20" fmla="*/ 2663757 h 2663757"/>
                      <a:gd name="csX21" fmla="*/ 2618510 w 6025860"/>
                      <a:gd name="csY21" fmla="*/ 2663757 h 2663757"/>
                      <a:gd name="csX22" fmla="*/ 2191222 w 6025860"/>
                      <a:gd name="csY22" fmla="*/ 2663757 h 2663757"/>
                      <a:gd name="csX23" fmla="*/ 1824192 w 6025860"/>
                      <a:gd name="csY23" fmla="*/ 2663757 h 2663757"/>
                      <a:gd name="csX24" fmla="*/ 1216128 w 6025860"/>
                      <a:gd name="csY24" fmla="*/ 2663757 h 2663757"/>
                      <a:gd name="csX25" fmla="*/ 668323 w 6025860"/>
                      <a:gd name="csY25" fmla="*/ 2663757 h 2663757"/>
                      <a:gd name="csX26" fmla="*/ 0 w 6025860"/>
                      <a:gd name="csY26" fmla="*/ 2663757 h 2663757"/>
                      <a:gd name="csX27" fmla="*/ 0 w 6025860"/>
                      <a:gd name="csY27" fmla="*/ 2210918 h 2663757"/>
                      <a:gd name="csX28" fmla="*/ 0 w 6025860"/>
                      <a:gd name="csY28" fmla="*/ 1678167 h 2663757"/>
                      <a:gd name="csX29" fmla="*/ 0 w 6025860"/>
                      <a:gd name="csY29" fmla="*/ 1118778 h 2663757"/>
                      <a:gd name="csX30" fmla="*/ 0 w 6025860"/>
                      <a:gd name="csY30" fmla="*/ 532751 h 2663757"/>
                      <a:gd name="csX31" fmla="*/ 0 w 6025860"/>
                      <a:gd name="csY31" fmla="*/ 0 h 266375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</a:cxnLst>
                    <a:rect l="l" t="t" r="r" b="b"/>
                    <a:pathLst>
                      <a:path w="6025860" h="2663757" fill="none" extrusionOk="0">
                        <a:moveTo>
                          <a:pt x="0" y="0"/>
                        </a:moveTo>
                        <a:cubicBezTo>
                          <a:pt x="208063" y="-24816"/>
                          <a:pt x="376897" y="69494"/>
                          <a:pt x="668323" y="0"/>
                        </a:cubicBezTo>
                        <a:cubicBezTo>
                          <a:pt x="959749" y="-69494"/>
                          <a:pt x="1032535" y="76244"/>
                          <a:pt x="1336645" y="0"/>
                        </a:cubicBezTo>
                        <a:cubicBezTo>
                          <a:pt x="1640755" y="-76244"/>
                          <a:pt x="1701752" y="21343"/>
                          <a:pt x="1884451" y="0"/>
                        </a:cubicBezTo>
                        <a:cubicBezTo>
                          <a:pt x="2067150" y="-21343"/>
                          <a:pt x="2410568" y="72997"/>
                          <a:pt x="2552773" y="0"/>
                        </a:cubicBezTo>
                        <a:cubicBezTo>
                          <a:pt x="2694978" y="-72997"/>
                          <a:pt x="2975964" y="50580"/>
                          <a:pt x="3160837" y="0"/>
                        </a:cubicBezTo>
                        <a:cubicBezTo>
                          <a:pt x="3345710" y="-50580"/>
                          <a:pt x="3479511" y="11786"/>
                          <a:pt x="3648384" y="0"/>
                        </a:cubicBezTo>
                        <a:cubicBezTo>
                          <a:pt x="3817257" y="-11786"/>
                          <a:pt x="4085632" y="47371"/>
                          <a:pt x="4316707" y="0"/>
                        </a:cubicBezTo>
                        <a:cubicBezTo>
                          <a:pt x="4547782" y="-47371"/>
                          <a:pt x="4791646" y="21735"/>
                          <a:pt x="4985030" y="0"/>
                        </a:cubicBezTo>
                        <a:cubicBezTo>
                          <a:pt x="5178414" y="-21735"/>
                          <a:pt x="5263067" y="36646"/>
                          <a:pt x="5532835" y="0"/>
                        </a:cubicBezTo>
                        <a:cubicBezTo>
                          <a:pt x="5802604" y="-36646"/>
                          <a:pt x="5833300" y="56689"/>
                          <a:pt x="6025860" y="0"/>
                        </a:cubicBezTo>
                        <a:cubicBezTo>
                          <a:pt x="6049617" y="261189"/>
                          <a:pt x="5979360" y="397144"/>
                          <a:pt x="6025860" y="586027"/>
                        </a:cubicBezTo>
                        <a:cubicBezTo>
                          <a:pt x="6072360" y="774910"/>
                          <a:pt x="6014738" y="905780"/>
                          <a:pt x="6025860" y="1038865"/>
                        </a:cubicBezTo>
                        <a:cubicBezTo>
                          <a:pt x="6036982" y="1171950"/>
                          <a:pt x="6012192" y="1320711"/>
                          <a:pt x="6025860" y="1518341"/>
                        </a:cubicBezTo>
                        <a:cubicBezTo>
                          <a:pt x="6039528" y="1715971"/>
                          <a:pt x="6002856" y="1856884"/>
                          <a:pt x="6025860" y="2104368"/>
                        </a:cubicBezTo>
                        <a:cubicBezTo>
                          <a:pt x="6048864" y="2351852"/>
                          <a:pt x="5968931" y="2408874"/>
                          <a:pt x="6025860" y="2663757"/>
                        </a:cubicBezTo>
                        <a:cubicBezTo>
                          <a:pt x="5861010" y="2674712"/>
                          <a:pt x="5664147" y="2659784"/>
                          <a:pt x="5478055" y="2663757"/>
                        </a:cubicBezTo>
                        <a:cubicBezTo>
                          <a:pt x="5291963" y="2667730"/>
                          <a:pt x="5135530" y="2633764"/>
                          <a:pt x="4930249" y="2663757"/>
                        </a:cubicBezTo>
                        <a:cubicBezTo>
                          <a:pt x="4724968" y="2693750"/>
                          <a:pt x="4706864" y="2623027"/>
                          <a:pt x="4563219" y="2663757"/>
                        </a:cubicBezTo>
                        <a:cubicBezTo>
                          <a:pt x="4419574" y="2704487"/>
                          <a:pt x="4194805" y="2650449"/>
                          <a:pt x="3894897" y="2663757"/>
                        </a:cubicBezTo>
                        <a:cubicBezTo>
                          <a:pt x="3594989" y="2677065"/>
                          <a:pt x="3369395" y="2586646"/>
                          <a:pt x="3226574" y="2663757"/>
                        </a:cubicBezTo>
                        <a:cubicBezTo>
                          <a:pt x="3083753" y="2740868"/>
                          <a:pt x="2832701" y="2658468"/>
                          <a:pt x="2618510" y="2663757"/>
                        </a:cubicBezTo>
                        <a:cubicBezTo>
                          <a:pt x="2404319" y="2669046"/>
                          <a:pt x="2295006" y="2653042"/>
                          <a:pt x="2191222" y="2663757"/>
                        </a:cubicBezTo>
                        <a:cubicBezTo>
                          <a:pt x="2087438" y="2674472"/>
                          <a:pt x="1924800" y="2644747"/>
                          <a:pt x="1824192" y="2663757"/>
                        </a:cubicBezTo>
                        <a:cubicBezTo>
                          <a:pt x="1723584" y="2682767"/>
                          <a:pt x="1499992" y="2609596"/>
                          <a:pt x="1216128" y="2663757"/>
                        </a:cubicBezTo>
                        <a:cubicBezTo>
                          <a:pt x="932264" y="2717918"/>
                          <a:pt x="925677" y="2598858"/>
                          <a:pt x="668323" y="2663757"/>
                        </a:cubicBezTo>
                        <a:cubicBezTo>
                          <a:pt x="410970" y="2728656"/>
                          <a:pt x="186217" y="2633455"/>
                          <a:pt x="0" y="2663757"/>
                        </a:cubicBezTo>
                        <a:cubicBezTo>
                          <a:pt x="-31585" y="2511604"/>
                          <a:pt x="16010" y="2426500"/>
                          <a:pt x="0" y="2210918"/>
                        </a:cubicBezTo>
                        <a:cubicBezTo>
                          <a:pt x="-16010" y="1995336"/>
                          <a:pt x="47129" y="1885902"/>
                          <a:pt x="0" y="1678167"/>
                        </a:cubicBezTo>
                        <a:cubicBezTo>
                          <a:pt x="-47129" y="1470432"/>
                          <a:pt x="25653" y="1294669"/>
                          <a:pt x="0" y="1118778"/>
                        </a:cubicBezTo>
                        <a:cubicBezTo>
                          <a:pt x="-25653" y="942887"/>
                          <a:pt x="19480" y="674036"/>
                          <a:pt x="0" y="532751"/>
                        </a:cubicBezTo>
                        <a:cubicBezTo>
                          <a:pt x="-19480" y="391466"/>
                          <a:pt x="28292" y="110989"/>
                          <a:pt x="0" y="0"/>
                        </a:cubicBezTo>
                        <a:close/>
                      </a:path>
                      <a:path w="6025860" h="2663757" stroke="0" extrusionOk="0">
                        <a:moveTo>
                          <a:pt x="0" y="0"/>
                        </a:moveTo>
                        <a:cubicBezTo>
                          <a:pt x="282745" y="-77267"/>
                          <a:pt x="383110" y="36890"/>
                          <a:pt x="668323" y="0"/>
                        </a:cubicBezTo>
                        <a:cubicBezTo>
                          <a:pt x="953536" y="-36890"/>
                          <a:pt x="977229" y="14291"/>
                          <a:pt x="1155870" y="0"/>
                        </a:cubicBezTo>
                        <a:cubicBezTo>
                          <a:pt x="1334511" y="-14291"/>
                          <a:pt x="1393066" y="26040"/>
                          <a:pt x="1522899" y="0"/>
                        </a:cubicBezTo>
                        <a:cubicBezTo>
                          <a:pt x="1652732" y="-26040"/>
                          <a:pt x="1814026" y="32549"/>
                          <a:pt x="1950187" y="0"/>
                        </a:cubicBezTo>
                        <a:cubicBezTo>
                          <a:pt x="2086348" y="-32549"/>
                          <a:pt x="2227692" y="23026"/>
                          <a:pt x="2377476" y="0"/>
                        </a:cubicBezTo>
                        <a:cubicBezTo>
                          <a:pt x="2527260" y="-23026"/>
                          <a:pt x="2588166" y="27939"/>
                          <a:pt x="2744505" y="0"/>
                        </a:cubicBezTo>
                        <a:cubicBezTo>
                          <a:pt x="2900844" y="-27939"/>
                          <a:pt x="3016184" y="1251"/>
                          <a:pt x="3111535" y="0"/>
                        </a:cubicBezTo>
                        <a:cubicBezTo>
                          <a:pt x="3206886" y="-1251"/>
                          <a:pt x="3435369" y="31017"/>
                          <a:pt x="3719599" y="0"/>
                        </a:cubicBezTo>
                        <a:cubicBezTo>
                          <a:pt x="4003829" y="-31017"/>
                          <a:pt x="3923784" y="31236"/>
                          <a:pt x="4086629" y="0"/>
                        </a:cubicBezTo>
                        <a:cubicBezTo>
                          <a:pt x="4249474" y="-31236"/>
                          <a:pt x="4387715" y="56076"/>
                          <a:pt x="4634434" y="0"/>
                        </a:cubicBezTo>
                        <a:cubicBezTo>
                          <a:pt x="4881154" y="-56076"/>
                          <a:pt x="5066576" y="25963"/>
                          <a:pt x="5182240" y="0"/>
                        </a:cubicBezTo>
                        <a:cubicBezTo>
                          <a:pt x="5297904" y="-25963"/>
                          <a:pt x="5424655" y="37547"/>
                          <a:pt x="5549269" y="0"/>
                        </a:cubicBezTo>
                        <a:cubicBezTo>
                          <a:pt x="5673883" y="-37547"/>
                          <a:pt x="5842050" y="53567"/>
                          <a:pt x="6025860" y="0"/>
                        </a:cubicBezTo>
                        <a:cubicBezTo>
                          <a:pt x="6069553" y="229985"/>
                          <a:pt x="6009339" y="321833"/>
                          <a:pt x="6025860" y="559389"/>
                        </a:cubicBezTo>
                        <a:cubicBezTo>
                          <a:pt x="6042381" y="796945"/>
                          <a:pt x="6014733" y="937380"/>
                          <a:pt x="6025860" y="1065503"/>
                        </a:cubicBezTo>
                        <a:cubicBezTo>
                          <a:pt x="6036987" y="1193626"/>
                          <a:pt x="5987668" y="1368329"/>
                          <a:pt x="6025860" y="1651529"/>
                        </a:cubicBezTo>
                        <a:cubicBezTo>
                          <a:pt x="6064052" y="1934729"/>
                          <a:pt x="5976432" y="2067023"/>
                          <a:pt x="6025860" y="2184281"/>
                        </a:cubicBezTo>
                        <a:cubicBezTo>
                          <a:pt x="6075288" y="2301539"/>
                          <a:pt x="5974777" y="2426556"/>
                          <a:pt x="6025860" y="2663757"/>
                        </a:cubicBezTo>
                        <a:cubicBezTo>
                          <a:pt x="5907634" y="2694104"/>
                          <a:pt x="5665650" y="2649243"/>
                          <a:pt x="5538313" y="2663757"/>
                        </a:cubicBezTo>
                        <a:cubicBezTo>
                          <a:pt x="5410976" y="2678271"/>
                          <a:pt x="5158160" y="2641519"/>
                          <a:pt x="5050766" y="2663757"/>
                        </a:cubicBezTo>
                        <a:cubicBezTo>
                          <a:pt x="4943372" y="2685995"/>
                          <a:pt x="4811987" y="2645679"/>
                          <a:pt x="4683737" y="2663757"/>
                        </a:cubicBezTo>
                        <a:cubicBezTo>
                          <a:pt x="4555487" y="2681835"/>
                          <a:pt x="4441517" y="2614218"/>
                          <a:pt x="4256448" y="2663757"/>
                        </a:cubicBezTo>
                        <a:cubicBezTo>
                          <a:pt x="4071379" y="2713296"/>
                          <a:pt x="3917515" y="2651504"/>
                          <a:pt x="3708643" y="2663757"/>
                        </a:cubicBezTo>
                        <a:cubicBezTo>
                          <a:pt x="3499772" y="2676010"/>
                          <a:pt x="3492534" y="2655400"/>
                          <a:pt x="3281355" y="2663757"/>
                        </a:cubicBezTo>
                        <a:cubicBezTo>
                          <a:pt x="3070176" y="2672114"/>
                          <a:pt x="2939823" y="2609251"/>
                          <a:pt x="2733549" y="2663757"/>
                        </a:cubicBezTo>
                        <a:cubicBezTo>
                          <a:pt x="2527275" y="2718263"/>
                          <a:pt x="2360344" y="2611714"/>
                          <a:pt x="2125485" y="2663757"/>
                        </a:cubicBezTo>
                        <a:cubicBezTo>
                          <a:pt x="1890626" y="2715800"/>
                          <a:pt x="1750134" y="2662749"/>
                          <a:pt x="1637938" y="2663757"/>
                        </a:cubicBezTo>
                        <a:cubicBezTo>
                          <a:pt x="1525742" y="2664765"/>
                          <a:pt x="1391686" y="2615758"/>
                          <a:pt x="1210650" y="2663757"/>
                        </a:cubicBezTo>
                        <a:cubicBezTo>
                          <a:pt x="1029614" y="2711756"/>
                          <a:pt x="961966" y="2624458"/>
                          <a:pt x="843620" y="2663757"/>
                        </a:cubicBezTo>
                        <a:cubicBezTo>
                          <a:pt x="725274" y="2703056"/>
                          <a:pt x="568487" y="2661954"/>
                          <a:pt x="476591" y="2663757"/>
                        </a:cubicBezTo>
                        <a:cubicBezTo>
                          <a:pt x="384695" y="2665560"/>
                          <a:pt x="150672" y="2654411"/>
                          <a:pt x="0" y="2663757"/>
                        </a:cubicBezTo>
                        <a:cubicBezTo>
                          <a:pt x="-23635" y="2472510"/>
                          <a:pt x="12684" y="2385442"/>
                          <a:pt x="0" y="2184281"/>
                        </a:cubicBezTo>
                        <a:cubicBezTo>
                          <a:pt x="-12684" y="1983120"/>
                          <a:pt x="65642" y="1853304"/>
                          <a:pt x="0" y="1624892"/>
                        </a:cubicBezTo>
                        <a:cubicBezTo>
                          <a:pt x="-65642" y="1396480"/>
                          <a:pt x="34669" y="1303255"/>
                          <a:pt x="0" y="1172053"/>
                        </a:cubicBezTo>
                        <a:cubicBezTo>
                          <a:pt x="-34669" y="1040851"/>
                          <a:pt x="34647" y="839807"/>
                          <a:pt x="0" y="639302"/>
                        </a:cubicBezTo>
                        <a:cubicBezTo>
                          <a:pt x="-34647" y="438797"/>
                          <a:pt x="62592" y="31447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04C6D5C-A4EC-F4D3-5062-25D1DE765729}"/>
              </a:ext>
            </a:extLst>
          </p:cNvPr>
          <p:cNvSpPr/>
          <p:nvPr/>
        </p:nvSpPr>
        <p:spPr>
          <a:xfrm>
            <a:off x="6095847" y="382624"/>
            <a:ext cx="1783404" cy="2410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4C3C67-DC26-C60B-F981-0CB3A3E0FFFE}"/>
              </a:ext>
            </a:extLst>
          </p:cNvPr>
          <p:cNvSpPr/>
          <p:nvPr/>
        </p:nvSpPr>
        <p:spPr>
          <a:xfrm>
            <a:off x="9124544" y="1395599"/>
            <a:ext cx="382621" cy="25210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tar: 8 Points 25">
            <a:extLst>
              <a:ext uri="{FF2B5EF4-FFF2-40B4-BE49-F238E27FC236}">
                <a16:creationId xmlns:a16="http://schemas.microsoft.com/office/drawing/2014/main" id="{671D9EDE-682F-35D4-1AE2-3105BB8A056B}"/>
              </a:ext>
            </a:extLst>
          </p:cNvPr>
          <p:cNvSpPr/>
          <p:nvPr/>
        </p:nvSpPr>
        <p:spPr>
          <a:xfrm>
            <a:off x="9406646" y="1064860"/>
            <a:ext cx="382621" cy="311284"/>
          </a:xfrm>
          <a:prstGeom prst="star8">
            <a:avLst/>
          </a:prstGeom>
          <a:noFill/>
          <a:ln w="28575">
            <a:solidFill>
              <a:srgbClr val="FA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A337089-F6F9-8505-E580-317BBE96DF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2871" y="3068264"/>
            <a:ext cx="6025860" cy="3497908"/>
          </a:xfrm>
          <a:prstGeom prst="rect">
            <a:avLst/>
          </a:prstGeom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596573595">
                  <a:custGeom>
                    <a:avLst/>
                    <a:gdLst>
                      <a:gd name="csX0" fmla="*/ 0 w 6025860"/>
                      <a:gd name="csY0" fmla="*/ 0 h 3497908"/>
                      <a:gd name="csX1" fmla="*/ 669540 w 6025860"/>
                      <a:gd name="csY1" fmla="*/ 0 h 3497908"/>
                      <a:gd name="csX2" fmla="*/ 1339080 w 6025860"/>
                      <a:gd name="csY2" fmla="*/ 0 h 3497908"/>
                      <a:gd name="csX3" fmla="*/ 1888103 w 6025860"/>
                      <a:gd name="csY3" fmla="*/ 0 h 3497908"/>
                      <a:gd name="csX4" fmla="*/ 2617901 w 6025860"/>
                      <a:gd name="csY4" fmla="*/ 0 h 3497908"/>
                      <a:gd name="csX5" fmla="*/ 3227183 w 6025860"/>
                      <a:gd name="csY5" fmla="*/ 0 h 3497908"/>
                      <a:gd name="csX6" fmla="*/ 3836464 w 6025860"/>
                      <a:gd name="csY6" fmla="*/ 0 h 3497908"/>
                      <a:gd name="csX7" fmla="*/ 4325228 w 6025860"/>
                      <a:gd name="csY7" fmla="*/ 0 h 3497908"/>
                      <a:gd name="csX8" fmla="*/ 5055027 w 6025860"/>
                      <a:gd name="csY8" fmla="*/ 0 h 3497908"/>
                      <a:gd name="csX9" fmla="*/ 6025860 w 6025860"/>
                      <a:gd name="csY9" fmla="*/ 0 h 3497908"/>
                      <a:gd name="csX10" fmla="*/ 6025860 w 6025860"/>
                      <a:gd name="csY10" fmla="*/ 594644 h 3497908"/>
                      <a:gd name="csX11" fmla="*/ 6025860 w 6025860"/>
                      <a:gd name="csY11" fmla="*/ 1294226 h 3497908"/>
                      <a:gd name="csX12" fmla="*/ 6025860 w 6025860"/>
                      <a:gd name="csY12" fmla="*/ 2063766 h 3497908"/>
                      <a:gd name="csX13" fmla="*/ 6025860 w 6025860"/>
                      <a:gd name="csY13" fmla="*/ 2658410 h 3497908"/>
                      <a:gd name="csX14" fmla="*/ 6025860 w 6025860"/>
                      <a:gd name="csY14" fmla="*/ 3497908 h 3497908"/>
                      <a:gd name="csX15" fmla="*/ 5296061 w 6025860"/>
                      <a:gd name="csY15" fmla="*/ 3497908 h 3497908"/>
                      <a:gd name="csX16" fmla="*/ 4566263 w 6025860"/>
                      <a:gd name="csY16" fmla="*/ 3497908 h 3497908"/>
                      <a:gd name="csX17" fmla="*/ 3896723 w 6025860"/>
                      <a:gd name="csY17" fmla="*/ 3497908 h 3497908"/>
                      <a:gd name="csX18" fmla="*/ 3407959 w 6025860"/>
                      <a:gd name="csY18" fmla="*/ 3497908 h 3497908"/>
                      <a:gd name="csX19" fmla="*/ 2858936 w 6025860"/>
                      <a:gd name="csY19" fmla="*/ 3497908 h 3497908"/>
                      <a:gd name="csX20" fmla="*/ 2068879 w 6025860"/>
                      <a:gd name="csY20" fmla="*/ 3497908 h 3497908"/>
                      <a:gd name="csX21" fmla="*/ 1399339 w 6025860"/>
                      <a:gd name="csY21" fmla="*/ 3497908 h 3497908"/>
                      <a:gd name="csX22" fmla="*/ 910574 w 6025860"/>
                      <a:gd name="csY22" fmla="*/ 3497908 h 3497908"/>
                      <a:gd name="csX23" fmla="*/ 0 w 6025860"/>
                      <a:gd name="csY23" fmla="*/ 3497908 h 3497908"/>
                      <a:gd name="csX24" fmla="*/ 0 w 6025860"/>
                      <a:gd name="csY24" fmla="*/ 2728368 h 3497908"/>
                      <a:gd name="csX25" fmla="*/ 0 w 6025860"/>
                      <a:gd name="csY25" fmla="*/ 2028787 h 3497908"/>
                      <a:gd name="csX26" fmla="*/ 0 w 6025860"/>
                      <a:gd name="csY26" fmla="*/ 1294226 h 3497908"/>
                      <a:gd name="csX27" fmla="*/ 0 w 6025860"/>
                      <a:gd name="csY27" fmla="*/ 0 h 349790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</a:cxnLst>
                    <a:rect l="l" t="t" r="r" b="b"/>
                    <a:pathLst>
                      <a:path w="6025860" h="3497908" fill="none" extrusionOk="0">
                        <a:moveTo>
                          <a:pt x="0" y="0"/>
                        </a:moveTo>
                        <a:cubicBezTo>
                          <a:pt x="181882" y="5051"/>
                          <a:pt x="476139" y="-22828"/>
                          <a:pt x="669540" y="0"/>
                        </a:cubicBezTo>
                        <a:cubicBezTo>
                          <a:pt x="862941" y="22828"/>
                          <a:pt x="1042287" y="-1008"/>
                          <a:pt x="1339080" y="0"/>
                        </a:cubicBezTo>
                        <a:cubicBezTo>
                          <a:pt x="1635873" y="1008"/>
                          <a:pt x="1744825" y="26776"/>
                          <a:pt x="1888103" y="0"/>
                        </a:cubicBezTo>
                        <a:cubicBezTo>
                          <a:pt x="2031381" y="-26776"/>
                          <a:pt x="2308822" y="8901"/>
                          <a:pt x="2617901" y="0"/>
                        </a:cubicBezTo>
                        <a:cubicBezTo>
                          <a:pt x="2926980" y="-8901"/>
                          <a:pt x="2933270" y="-18232"/>
                          <a:pt x="3227183" y="0"/>
                        </a:cubicBezTo>
                        <a:cubicBezTo>
                          <a:pt x="3521096" y="18232"/>
                          <a:pt x="3610607" y="15288"/>
                          <a:pt x="3836464" y="0"/>
                        </a:cubicBezTo>
                        <a:cubicBezTo>
                          <a:pt x="4062321" y="-15288"/>
                          <a:pt x="4184894" y="-8282"/>
                          <a:pt x="4325228" y="0"/>
                        </a:cubicBezTo>
                        <a:cubicBezTo>
                          <a:pt x="4465562" y="8282"/>
                          <a:pt x="4740297" y="-7021"/>
                          <a:pt x="5055027" y="0"/>
                        </a:cubicBezTo>
                        <a:cubicBezTo>
                          <a:pt x="5369757" y="7021"/>
                          <a:pt x="5789535" y="-9282"/>
                          <a:pt x="6025860" y="0"/>
                        </a:cubicBezTo>
                        <a:cubicBezTo>
                          <a:pt x="6048856" y="244821"/>
                          <a:pt x="6001572" y="437232"/>
                          <a:pt x="6025860" y="594644"/>
                        </a:cubicBezTo>
                        <a:cubicBezTo>
                          <a:pt x="6050148" y="752056"/>
                          <a:pt x="6036838" y="1115843"/>
                          <a:pt x="6025860" y="1294226"/>
                        </a:cubicBezTo>
                        <a:cubicBezTo>
                          <a:pt x="6014882" y="1472609"/>
                          <a:pt x="5994939" y="1874533"/>
                          <a:pt x="6025860" y="2063766"/>
                        </a:cubicBezTo>
                        <a:cubicBezTo>
                          <a:pt x="6056781" y="2252999"/>
                          <a:pt x="6047516" y="2536423"/>
                          <a:pt x="6025860" y="2658410"/>
                        </a:cubicBezTo>
                        <a:cubicBezTo>
                          <a:pt x="6004204" y="2780397"/>
                          <a:pt x="6030096" y="3260647"/>
                          <a:pt x="6025860" y="3497908"/>
                        </a:cubicBezTo>
                        <a:cubicBezTo>
                          <a:pt x="5823038" y="3461837"/>
                          <a:pt x="5470114" y="3533763"/>
                          <a:pt x="5296061" y="3497908"/>
                        </a:cubicBezTo>
                        <a:cubicBezTo>
                          <a:pt x="5122008" y="3462053"/>
                          <a:pt x="4790376" y="3527381"/>
                          <a:pt x="4566263" y="3497908"/>
                        </a:cubicBezTo>
                        <a:cubicBezTo>
                          <a:pt x="4342150" y="3468435"/>
                          <a:pt x="4034754" y="3530131"/>
                          <a:pt x="3896723" y="3497908"/>
                        </a:cubicBezTo>
                        <a:cubicBezTo>
                          <a:pt x="3758692" y="3465685"/>
                          <a:pt x="3646995" y="3498129"/>
                          <a:pt x="3407959" y="3497908"/>
                        </a:cubicBezTo>
                        <a:cubicBezTo>
                          <a:pt x="3168923" y="3497687"/>
                          <a:pt x="3105587" y="3489308"/>
                          <a:pt x="2858936" y="3497908"/>
                        </a:cubicBezTo>
                        <a:cubicBezTo>
                          <a:pt x="2612285" y="3506508"/>
                          <a:pt x="2406823" y="3492321"/>
                          <a:pt x="2068879" y="3497908"/>
                        </a:cubicBezTo>
                        <a:cubicBezTo>
                          <a:pt x="1730935" y="3503495"/>
                          <a:pt x="1665954" y="3468508"/>
                          <a:pt x="1399339" y="3497908"/>
                        </a:cubicBezTo>
                        <a:cubicBezTo>
                          <a:pt x="1132724" y="3527308"/>
                          <a:pt x="1062202" y="3482623"/>
                          <a:pt x="910574" y="3497908"/>
                        </a:cubicBezTo>
                        <a:cubicBezTo>
                          <a:pt x="758946" y="3513193"/>
                          <a:pt x="355076" y="3513111"/>
                          <a:pt x="0" y="3497908"/>
                        </a:cubicBezTo>
                        <a:cubicBezTo>
                          <a:pt x="-33246" y="3292268"/>
                          <a:pt x="27066" y="3066853"/>
                          <a:pt x="0" y="2728368"/>
                        </a:cubicBezTo>
                        <a:cubicBezTo>
                          <a:pt x="-27066" y="2389883"/>
                          <a:pt x="-14326" y="2179033"/>
                          <a:pt x="0" y="2028787"/>
                        </a:cubicBezTo>
                        <a:cubicBezTo>
                          <a:pt x="14326" y="1878541"/>
                          <a:pt x="-122" y="1518317"/>
                          <a:pt x="0" y="1294226"/>
                        </a:cubicBezTo>
                        <a:cubicBezTo>
                          <a:pt x="122" y="1070135"/>
                          <a:pt x="26928" y="643223"/>
                          <a:pt x="0" y="0"/>
                        </a:cubicBezTo>
                        <a:close/>
                      </a:path>
                      <a:path w="6025860" h="3497908" stroke="0" extrusionOk="0">
                        <a:moveTo>
                          <a:pt x="0" y="0"/>
                        </a:moveTo>
                        <a:cubicBezTo>
                          <a:pt x="257626" y="-12511"/>
                          <a:pt x="344898" y="23140"/>
                          <a:pt x="609281" y="0"/>
                        </a:cubicBezTo>
                        <a:cubicBezTo>
                          <a:pt x="873664" y="-23140"/>
                          <a:pt x="1034041" y="20264"/>
                          <a:pt x="1278821" y="0"/>
                        </a:cubicBezTo>
                        <a:cubicBezTo>
                          <a:pt x="1523601" y="-20264"/>
                          <a:pt x="1607989" y="5510"/>
                          <a:pt x="1888103" y="0"/>
                        </a:cubicBezTo>
                        <a:cubicBezTo>
                          <a:pt x="2168217" y="-5510"/>
                          <a:pt x="2398327" y="-11355"/>
                          <a:pt x="2678160" y="0"/>
                        </a:cubicBezTo>
                        <a:cubicBezTo>
                          <a:pt x="2957993" y="11355"/>
                          <a:pt x="3211561" y="-21982"/>
                          <a:pt x="3468217" y="0"/>
                        </a:cubicBezTo>
                        <a:cubicBezTo>
                          <a:pt x="3724873" y="21982"/>
                          <a:pt x="3834449" y="-20772"/>
                          <a:pt x="4198016" y="0"/>
                        </a:cubicBezTo>
                        <a:cubicBezTo>
                          <a:pt x="4561583" y="20772"/>
                          <a:pt x="4564628" y="-18641"/>
                          <a:pt x="4927814" y="0"/>
                        </a:cubicBezTo>
                        <a:cubicBezTo>
                          <a:pt x="5291000" y="18641"/>
                          <a:pt x="5521847" y="16002"/>
                          <a:pt x="6025860" y="0"/>
                        </a:cubicBezTo>
                        <a:cubicBezTo>
                          <a:pt x="6022422" y="242293"/>
                          <a:pt x="6028823" y="429907"/>
                          <a:pt x="6025860" y="629623"/>
                        </a:cubicBezTo>
                        <a:cubicBezTo>
                          <a:pt x="6022897" y="829339"/>
                          <a:pt x="6037083" y="1086392"/>
                          <a:pt x="6025860" y="1259247"/>
                        </a:cubicBezTo>
                        <a:cubicBezTo>
                          <a:pt x="6014637" y="1432102"/>
                          <a:pt x="5991463" y="1665553"/>
                          <a:pt x="6025860" y="1993808"/>
                        </a:cubicBezTo>
                        <a:cubicBezTo>
                          <a:pt x="6060257" y="2322063"/>
                          <a:pt x="6017701" y="2542966"/>
                          <a:pt x="6025860" y="2693389"/>
                        </a:cubicBezTo>
                        <a:cubicBezTo>
                          <a:pt x="6034019" y="2843812"/>
                          <a:pt x="6061949" y="3264778"/>
                          <a:pt x="6025860" y="3497908"/>
                        </a:cubicBezTo>
                        <a:cubicBezTo>
                          <a:pt x="5783794" y="3518249"/>
                          <a:pt x="5606218" y="3488515"/>
                          <a:pt x="5476837" y="3497908"/>
                        </a:cubicBezTo>
                        <a:cubicBezTo>
                          <a:pt x="5347456" y="3507301"/>
                          <a:pt x="5030303" y="3481281"/>
                          <a:pt x="4807297" y="3497908"/>
                        </a:cubicBezTo>
                        <a:cubicBezTo>
                          <a:pt x="4584291" y="3514535"/>
                          <a:pt x="4447132" y="3488023"/>
                          <a:pt x="4318533" y="3497908"/>
                        </a:cubicBezTo>
                        <a:cubicBezTo>
                          <a:pt x="4189934" y="3507793"/>
                          <a:pt x="3915115" y="3528902"/>
                          <a:pt x="3648993" y="3497908"/>
                        </a:cubicBezTo>
                        <a:cubicBezTo>
                          <a:pt x="3382871" y="3466914"/>
                          <a:pt x="3288421" y="3478941"/>
                          <a:pt x="3039712" y="3497908"/>
                        </a:cubicBezTo>
                        <a:cubicBezTo>
                          <a:pt x="2791003" y="3516875"/>
                          <a:pt x="2454780" y="3508595"/>
                          <a:pt x="2249654" y="3497908"/>
                        </a:cubicBezTo>
                        <a:cubicBezTo>
                          <a:pt x="2044528" y="3487221"/>
                          <a:pt x="1927900" y="3478341"/>
                          <a:pt x="1700632" y="3497908"/>
                        </a:cubicBezTo>
                        <a:cubicBezTo>
                          <a:pt x="1473364" y="3517475"/>
                          <a:pt x="1404494" y="3473876"/>
                          <a:pt x="1211867" y="3497908"/>
                        </a:cubicBezTo>
                        <a:cubicBezTo>
                          <a:pt x="1019241" y="3521940"/>
                          <a:pt x="383348" y="3447878"/>
                          <a:pt x="0" y="3497908"/>
                        </a:cubicBezTo>
                        <a:cubicBezTo>
                          <a:pt x="-271" y="3320812"/>
                          <a:pt x="-21624" y="3074983"/>
                          <a:pt x="0" y="2903264"/>
                        </a:cubicBezTo>
                        <a:cubicBezTo>
                          <a:pt x="21624" y="2731545"/>
                          <a:pt x="32450" y="2497163"/>
                          <a:pt x="0" y="2168703"/>
                        </a:cubicBezTo>
                        <a:cubicBezTo>
                          <a:pt x="-32450" y="1840243"/>
                          <a:pt x="-30685" y="1623745"/>
                          <a:pt x="0" y="1434142"/>
                        </a:cubicBezTo>
                        <a:cubicBezTo>
                          <a:pt x="30685" y="1244539"/>
                          <a:pt x="1926" y="887684"/>
                          <a:pt x="0" y="664603"/>
                        </a:cubicBezTo>
                        <a:cubicBezTo>
                          <a:pt x="-1926" y="441522"/>
                          <a:pt x="28119" y="30307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6BF74AE1-FE25-9843-2E76-1FD745B3923B}"/>
              </a:ext>
            </a:extLst>
          </p:cNvPr>
          <p:cNvSpPr/>
          <p:nvPr/>
        </p:nvSpPr>
        <p:spPr>
          <a:xfrm>
            <a:off x="9085633" y="5659045"/>
            <a:ext cx="2512007" cy="3307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Star: 8 Points 31">
            <a:extLst>
              <a:ext uri="{FF2B5EF4-FFF2-40B4-BE49-F238E27FC236}">
                <a16:creationId xmlns:a16="http://schemas.microsoft.com/office/drawing/2014/main" id="{E00F3C19-2366-EC63-2B96-DDB7BBFF90B9}"/>
              </a:ext>
            </a:extLst>
          </p:cNvPr>
          <p:cNvSpPr/>
          <p:nvPr/>
        </p:nvSpPr>
        <p:spPr>
          <a:xfrm>
            <a:off x="8805801" y="5302610"/>
            <a:ext cx="382621" cy="311284"/>
          </a:xfrm>
          <a:prstGeom prst="star8">
            <a:avLst/>
          </a:prstGeom>
          <a:noFill/>
          <a:ln w="28575">
            <a:solidFill>
              <a:srgbClr val="FA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85422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5762C-2BED-4037-E0C7-D0A75BC63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D13094-844D-D9D5-D66D-333E1D7E896D}"/>
              </a:ext>
            </a:extLst>
          </p:cNvPr>
          <p:cNvSpPr txBox="1"/>
          <p:nvPr/>
        </p:nvSpPr>
        <p:spPr>
          <a:xfrm>
            <a:off x="548640" y="411480"/>
            <a:ext cx="5184678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rPr lang="en-US" dirty="0"/>
              <a:t>Main Dashboard Cards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rPr lang="en-US" dirty="0"/>
              <a:t>School dashboard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6FE767-DBBB-6E6C-6D7F-0FE5A78F5C0B}"/>
              </a:ext>
            </a:extLst>
          </p:cNvPr>
          <p:cNvSpPr txBox="1"/>
          <p:nvPr/>
        </p:nvSpPr>
        <p:spPr>
          <a:xfrm>
            <a:off x="594359" y="1417320"/>
            <a:ext cx="5138959" cy="412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19048"/>
              </a:lnSpc>
              <a:buNone/>
            </a:pPr>
            <a:r>
              <a:rPr lang="en-CA" sz="2000" dirty="0">
                <a:latin typeface="+mj-lt"/>
              </a:rPr>
              <a:t>After logging in successfully, you will see your </a:t>
            </a:r>
            <a:r>
              <a:rPr lang="en-CA" sz="2000" b="1" dirty="0">
                <a:latin typeface="+mj-lt"/>
              </a:rPr>
              <a:t>Dashboard</a:t>
            </a:r>
            <a:r>
              <a:rPr lang="en-CA" sz="2000" dirty="0">
                <a:latin typeface="+mj-lt"/>
              </a:rPr>
              <a:t>, similar to the image on the right.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sz="2000" dirty="0">
                <a:latin typeface="+mj-lt"/>
              </a:rPr>
              <a:t>Your </a:t>
            </a:r>
            <a:r>
              <a:rPr lang="en-CA" sz="2000" b="1" dirty="0">
                <a:latin typeface="+mj-lt"/>
              </a:rPr>
              <a:t>name</a:t>
            </a:r>
            <a:r>
              <a:rPr lang="en-CA" sz="2000" dirty="0">
                <a:latin typeface="+mj-lt"/>
              </a:rPr>
              <a:t> and </a:t>
            </a:r>
            <a:r>
              <a:rPr lang="en-CA" sz="2000" b="1" dirty="0">
                <a:latin typeface="+mj-lt"/>
              </a:rPr>
              <a:t>profile picture</a:t>
            </a:r>
            <a:r>
              <a:rPr lang="en-CA" sz="2000" dirty="0">
                <a:latin typeface="+mj-lt"/>
              </a:rPr>
              <a:t> are displayed in the </a:t>
            </a:r>
            <a:r>
              <a:rPr lang="en-CA" sz="2000" b="1" dirty="0">
                <a:latin typeface="+mj-lt"/>
              </a:rPr>
              <a:t>site header</a:t>
            </a:r>
            <a:r>
              <a:rPr lang="en-CA" sz="2000" dirty="0">
                <a:latin typeface="+mj-lt"/>
              </a:rPr>
              <a:t>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sz="2000" dirty="0">
                <a:latin typeface="+mj-lt"/>
              </a:rPr>
              <a:t>The Main Dashboard contains four cards:</a:t>
            </a:r>
          </a:p>
          <a:p>
            <a:pPr marL="342900" lvl="0" indent="-342900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sz="2000" b="1" dirty="0">
                <a:latin typeface="+mj-lt"/>
              </a:rPr>
              <a:t>My Schedule</a:t>
            </a:r>
            <a:endParaRPr lang="en-CA" sz="2000" dirty="0">
              <a:latin typeface="+mj-lt"/>
            </a:endParaRPr>
          </a:p>
          <a:p>
            <a:pPr marL="342900" lvl="0" indent="-342900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sz="2000" b="1" dirty="0">
                <a:latin typeface="+mj-lt"/>
              </a:rPr>
              <a:t>Timesheets and Hours</a:t>
            </a:r>
            <a:endParaRPr lang="en-CA" sz="2000" dirty="0">
              <a:latin typeface="+mj-lt"/>
            </a:endParaRPr>
          </a:p>
          <a:p>
            <a:pPr marL="342900" lvl="0" indent="-342900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sz="2000" b="1" dirty="0">
                <a:latin typeface="+mj-lt"/>
              </a:rPr>
              <a:t>Classes and Sessions</a:t>
            </a:r>
            <a:endParaRPr lang="en-CA" sz="2000" dirty="0">
              <a:latin typeface="+mj-lt"/>
            </a:endParaRPr>
          </a:p>
          <a:p>
            <a:pPr marL="342900" lvl="0" indent="-342900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sz="2000" b="1" dirty="0">
                <a:latin typeface="+mj-lt"/>
              </a:rPr>
              <a:t>School Calendar</a:t>
            </a:r>
            <a:endParaRPr lang="en-CA" sz="2000" dirty="0">
              <a:latin typeface="+mj-lt"/>
            </a:endParaRPr>
          </a:p>
          <a:p>
            <a:pPr fontAlgn="t">
              <a:lnSpc>
                <a:spcPct val="119048"/>
              </a:lnSpc>
              <a:buNone/>
            </a:pPr>
            <a:r>
              <a:rPr lang="en-CA" sz="2000" dirty="0">
                <a:latin typeface="+mj-lt"/>
              </a:rPr>
              <a:t>These cards provide quick access to the main features of the application.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955FE8-4C93-AA6E-3635-C6CCF4D067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637" r="1959" b="4666"/>
          <a:stretch>
            <a:fillRect/>
          </a:stretch>
        </p:blipFill>
        <p:spPr>
          <a:xfrm>
            <a:off x="5839939" y="1106199"/>
            <a:ext cx="6010620" cy="3911492"/>
          </a:xfrm>
          <a:prstGeom prst="rect">
            <a:avLst/>
          </a:prstGeom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33227970">
                  <a:custGeom>
                    <a:avLst/>
                    <a:gdLst>
                      <a:gd name="csX0" fmla="*/ 0 w 6010620"/>
                      <a:gd name="csY0" fmla="*/ 0 h 3911492"/>
                      <a:gd name="csX1" fmla="*/ 426208 w 6010620"/>
                      <a:gd name="csY1" fmla="*/ 0 h 3911492"/>
                      <a:gd name="csX2" fmla="*/ 792309 w 6010620"/>
                      <a:gd name="csY2" fmla="*/ 0 h 3911492"/>
                      <a:gd name="csX3" fmla="*/ 1338729 w 6010620"/>
                      <a:gd name="csY3" fmla="*/ 0 h 3911492"/>
                      <a:gd name="csX4" fmla="*/ 1704830 w 6010620"/>
                      <a:gd name="csY4" fmla="*/ 0 h 3911492"/>
                      <a:gd name="csX5" fmla="*/ 2371463 w 6010620"/>
                      <a:gd name="csY5" fmla="*/ 0 h 3911492"/>
                      <a:gd name="csX6" fmla="*/ 2737564 w 6010620"/>
                      <a:gd name="csY6" fmla="*/ 0 h 3911492"/>
                      <a:gd name="csX7" fmla="*/ 3223878 w 6010620"/>
                      <a:gd name="csY7" fmla="*/ 0 h 3911492"/>
                      <a:gd name="csX8" fmla="*/ 3589979 w 6010620"/>
                      <a:gd name="csY8" fmla="*/ 0 h 3911492"/>
                      <a:gd name="csX9" fmla="*/ 4136399 w 6010620"/>
                      <a:gd name="csY9" fmla="*/ 0 h 3911492"/>
                      <a:gd name="csX10" fmla="*/ 4803032 w 6010620"/>
                      <a:gd name="csY10" fmla="*/ 0 h 3911492"/>
                      <a:gd name="csX11" fmla="*/ 5229239 w 6010620"/>
                      <a:gd name="csY11" fmla="*/ 0 h 3911492"/>
                      <a:gd name="csX12" fmla="*/ 6010620 w 6010620"/>
                      <a:gd name="csY12" fmla="*/ 0 h 3911492"/>
                      <a:gd name="csX13" fmla="*/ 6010620 w 6010620"/>
                      <a:gd name="csY13" fmla="*/ 637014 h 3911492"/>
                      <a:gd name="csX14" fmla="*/ 6010620 w 6010620"/>
                      <a:gd name="csY14" fmla="*/ 1078454 h 3911492"/>
                      <a:gd name="csX15" fmla="*/ 6010620 w 6010620"/>
                      <a:gd name="csY15" fmla="*/ 1598124 h 3911492"/>
                      <a:gd name="csX16" fmla="*/ 6010620 w 6010620"/>
                      <a:gd name="csY16" fmla="*/ 2156908 h 3911492"/>
                      <a:gd name="csX17" fmla="*/ 6010620 w 6010620"/>
                      <a:gd name="csY17" fmla="*/ 2598348 h 3911492"/>
                      <a:gd name="csX18" fmla="*/ 6010620 w 6010620"/>
                      <a:gd name="csY18" fmla="*/ 3078903 h 3911492"/>
                      <a:gd name="csX19" fmla="*/ 6010620 w 6010620"/>
                      <a:gd name="csY19" fmla="*/ 3911492 h 3911492"/>
                      <a:gd name="csX20" fmla="*/ 5644519 w 6010620"/>
                      <a:gd name="csY20" fmla="*/ 3911492 h 3911492"/>
                      <a:gd name="csX21" fmla="*/ 5218311 w 6010620"/>
                      <a:gd name="csY21" fmla="*/ 3911492 h 3911492"/>
                      <a:gd name="csX22" fmla="*/ 4852210 w 6010620"/>
                      <a:gd name="csY22" fmla="*/ 3911492 h 3911492"/>
                      <a:gd name="csX23" fmla="*/ 4486108 w 6010620"/>
                      <a:gd name="csY23" fmla="*/ 3911492 h 3911492"/>
                      <a:gd name="csX24" fmla="*/ 3999794 w 6010620"/>
                      <a:gd name="csY24" fmla="*/ 3911492 h 3911492"/>
                      <a:gd name="csX25" fmla="*/ 3633693 w 6010620"/>
                      <a:gd name="csY25" fmla="*/ 3911492 h 3911492"/>
                      <a:gd name="csX26" fmla="*/ 3207485 w 6010620"/>
                      <a:gd name="csY26" fmla="*/ 3911492 h 3911492"/>
                      <a:gd name="csX27" fmla="*/ 2841384 w 6010620"/>
                      <a:gd name="csY27" fmla="*/ 3911492 h 3911492"/>
                      <a:gd name="csX28" fmla="*/ 2294964 w 6010620"/>
                      <a:gd name="csY28" fmla="*/ 3911492 h 3911492"/>
                      <a:gd name="csX29" fmla="*/ 1688438 w 6010620"/>
                      <a:gd name="csY29" fmla="*/ 3911492 h 3911492"/>
                      <a:gd name="csX30" fmla="*/ 1322336 w 6010620"/>
                      <a:gd name="csY30" fmla="*/ 3911492 h 3911492"/>
                      <a:gd name="csX31" fmla="*/ 655704 w 6010620"/>
                      <a:gd name="csY31" fmla="*/ 3911492 h 3911492"/>
                      <a:gd name="csX32" fmla="*/ 0 w 6010620"/>
                      <a:gd name="csY32" fmla="*/ 3911492 h 3911492"/>
                      <a:gd name="csX33" fmla="*/ 0 w 6010620"/>
                      <a:gd name="csY33" fmla="*/ 3391822 h 3911492"/>
                      <a:gd name="csX34" fmla="*/ 0 w 6010620"/>
                      <a:gd name="csY34" fmla="*/ 2911268 h 3911492"/>
                      <a:gd name="csX35" fmla="*/ 0 w 6010620"/>
                      <a:gd name="csY35" fmla="*/ 2469828 h 3911492"/>
                      <a:gd name="csX36" fmla="*/ 0 w 6010620"/>
                      <a:gd name="csY36" fmla="*/ 1832813 h 3911492"/>
                      <a:gd name="csX37" fmla="*/ 0 w 6010620"/>
                      <a:gd name="csY37" fmla="*/ 1234914 h 3911492"/>
                      <a:gd name="csX38" fmla="*/ 0 w 6010620"/>
                      <a:gd name="csY38" fmla="*/ 637014 h 3911492"/>
                      <a:gd name="csX39" fmla="*/ 0 w 6010620"/>
                      <a:gd name="csY39" fmla="*/ 0 h 39114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  <a:cxn ang="0">
                        <a:pos x="csX34" y="csY34"/>
                      </a:cxn>
                      <a:cxn ang="0">
                        <a:pos x="csX35" y="csY35"/>
                      </a:cxn>
                      <a:cxn ang="0">
                        <a:pos x="csX36" y="csY36"/>
                      </a:cxn>
                      <a:cxn ang="0">
                        <a:pos x="csX37" y="csY37"/>
                      </a:cxn>
                      <a:cxn ang="0">
                        <a:pos x="csX38" y="csY38"/>
                      </a:cxn>
                      <a:cxn ang="0">
                        <a:pos x="csX39" y="csY39"/>
                      </a:cxn>
                    </a:cxnLst>
                    <a:rect l="l" t="t" r="r" b="b"/>
                    <a:pathLst>
                      <a:path w="6010620" h="3911492" fill="none" extrusionOk="0">
                        <a:moveTo>
                          <a:pt x="0" y="0"/>
                        </a:moveTo>
                        <a:cubicBezTo>
                          <a:pt x="181916" y="-8624"/>
                          <a:pt x="229010" y="1507"/>
                          <a:pt x="426208" y="0"/>
                        </a:cubicBezTo>
                        <a:cubicBezTo>
                          <a:pt x="623406" y="-1507"/>
                          <a:pt x="626284" y="26783"/>
                          <a:pt x="792309" y="0"/>
                        </a:cubicBezTo>
                        <a:cubicBezTo>
                          <a:pt x="958334" y="-26783"/>
                          <a:pt x="1117822" y="49355"/>
                          <a:pt x="1338729" y="0"/>
                        </a:cubicBezTo>
                        <a:cubicBezTo>
                          <a:pt x="1559636" y="-49355"/>
                          <a:pt x="1538900" y="25060"/>
                          <a:pt x="1704830" y="0"/>
                        </a:cubicBezTo>
                        <a:cubicBezTo>
                          <a:pt x="1870760" y="-25060"/>
                          <a:pt x="2065549" y="16380"/>
                          <a:pt x="2371463" y="0"/>
                        </a:cubicBezTo>
                        <a:cubicBezTo>
                          <a:pt x="2677377" y="-16380"/>
                          <a:pt x="2662603" y="6465"/>
                          <a:pt x="2737564" y="0"/>
                        </a:cubicBezTo>
                        <a:cubicBezTo>
                          <a:pt x="2812525" y="-6465"/>
                          <a:pt x="3113803" y="29363"/>
                          <a:pt x="3223878" y="0"/>
                        </a:cubicBezTo>
                        <a:cubicBezTo>
                          <a:pt x="3333953" y="-29363"/>
                          <a:pt x="3434046" y="32080"/>
                          <a:pt x="3589979" y="0"/>
                        </a:cubicBezTo>
                        <a:cubicBezTo>
                          <a:pt x="3745912" y="-32080"/>
                          <a:pt x="3949648" y="20835"/>
                          <a:pt x="4136399" y="0"/>
                        </a:cubicBezTo>
                        <a:cubicBezTo>
                          <a:pt x="4323150" y="-20835"/>
                          <a:pt x="4586920" y="44533"/>
                          <a:pt x="4803032" y="0"/>
                        </a:cubicBezTo>
                        <a:cubicBezTo>
                          <a:pt x="5019144" y="-44533"/>
                          <a:pt x="5025789" y="17275"/>
                          <a:pt x="5229239" y="0"/>
                        </a:cubicBezTo>
                        <a:cubicBezTo>
                          <a:pt x="5432689" y="-17275"/>
                          <a:pt x="5658000" y="17265"/>
                          <a:pt x="6010620" y="0"/>
                        </a:cubicBezTo>
                        <a:cubicBezTo>
                          <a:pt x="6080398" y="163477"/>
                          <a:pt x="5957518" y="480702"/>
                          <a:pt x="6010620" y="637014"/>
                        </a:cubicBezTo>
                        <a:cubicBezTo>
                          <a:pt x="6063722" y="793326"/>
                          <a:pt x="6003914" y="982775"/>
                          <a:pt x="6010620" y="1078454"/>
                        </a:cubicBezTo>
                        <a:cubicBezTo>
                          <a:pt x="6017326" y="1174133"/>
                          <a:pt x="5993517" y="1355125"/>
                          <a:pt x="6010620" y="1598124"/>
                        </a:cubicBezTo>
                        <a:cubicBezTo>
                          <a:pt x="6027723" y="1841123"/>
                          <a:pt x="5950049" y="2040563"/>
                          <a:pt x="6010620" y="2156908"/>
                        </a:cubicBezTo>
                        <a:cubicBezTo>
                          <a:pt x="6071191" y="2273253"/>
                          <a:pt x="6010510" y="2505687"/>
                          <a:pt x="6010620" y="2598348"/>
                        </a:cubicBezTo>
                        <a:cubicBezTo>
                          <a:pt x="6010730" y="2691009"/>
                          <a:pt x="5999237" y="2871465"/>
                          <a:pt x="6010620" y="3078903"/>
                        </a:cubicBezTo>
                        <a:cubicBezTo>
                          <a:pt x="6022003" y="3286341"/>
                          <a:pt x="5948251" y="3576639"/>
                          <a:pt x="6010620" y="3911492"/>
                        </a:cubicBezTo>
                        <a:cubicBezTo>
                          <a:pt x="5868309" y="3955265"/>
                          <a:pt x="5810421" y="3876745"/>
                          <a:pt x="5644519" y="3911492"/>
                        </a:cubicBezTo>
                        <a:cubicBezTo>
                          <a:pt x="5478617" y="3946239"/>
                          <a:pt x="5386203" y="3871678"/>
                          <a:pt x="5218311" y="3911492"/>
                        </a:cubicBezTo>
                        <a:cubicBezTo>
                          <a:pt x="5050419" y="3951306"/>
                          <a:pt x="5002818" y="3904112"/>
                          <a:pt x="4852210" y="3911492"/>
                        </a:cubicBezTo>
                        <a:cubicBezTo>
                          <a:pt x="4701602" y="3918872"/>
                          <a:pt x="4589996" y="3882934"/>
                          <a:pt x="4486108" y="3911492"/>
                        </a:cubicBezTo>
                        <a:cubicBezTo>
                          <a:pt x="4382220" y="3940050"/>
                          <a:pt x="4164652" y="3869671"/>
                          <a:pt x="3999794" y="3911492"/>
                        </a:cubicBezTo>
                        <a:cubicBezTo>
                          <a:pt x="3834936" y="3953313"/>
                          <a:pt x="3782476" y="3869422"/>
                          <a:pt x="3633693" y="3911492"/>
                        </a:cubicBezTo>
                        <a:cubicBezTo>
                          <a:pt x="3484910" y="3953562"/>
                          <a:pt x="3311980" y="3868365"/>
                          <a:pt x="3207485" y="3911492"/>
                        </a:cubicBezTo>
                        <a:cubicBezTo>
                          <a:pt x="3102990" y="3954619"/>
                          <a:pt x="2965659" y="3907733"/>
                          <a:pt x="2841384" y="3911492"/>
                        </a:cubicBezTo>
                        <a:cubicBezTo>
                          <a:pt x="2717109" y="3915251"/>
                          <a:pt x="2537855" y="3868253"/>
                          <a:pt x="2294964" y="3911492"/>
                        </a:cubicBezTo>
                        <a:cubicBezTo>
                          <a:pt x="2052073" y="3954731"/>
                          <a:pt x="1890923" y="3869098"/>
                          <a:pt x="1688438" y="3911492"/>
                        </a:cubicBezTo>
                        <a:cubicBezTo>
                          <a:pt x="1485953" y="3953886"/>
                          <a:pt x="1505140" y="3905717"/>
                          <a:pt x="1322336" y="3911492"/>
                        </a:cubicBezTo>
                        <a:cubicBezTo>
                          <a:pt x="1139532" y="3917267"/>
                          <a:pt x="974973" y="3904703"/>
                          <a:pt x="655704" y="3911492"/>
                        </a:cubicBezTo>
                        <a:cubicBezTo>
                          <a:pt x="336435" y="3918281"/>
                          <a:pt x="172498" y="3850056"/>
                          <a:pt x="0" y="3911492"/>
                        </a:cubicBezTo>
                        <a:cubicBezTo>
                          <a:pt x="-5005" y="3748595"/>
                          <a:pt x="22271" y="3569258"/>
                          <a:pt x="0" y="3391822"/>
                        </a:cubicBezTo>
                        <a:cubicBezTo>
                          <a:pt x="-22271" y="3214386"/>
                          <a:pt x="48088" y="3082748"/>
                          <a:pt x="0" y="2911268"/>
                        </a:cubicBezTo>
                        <a:cubicBezTo>
                          <a:pt x="-48088" y="2739788"/>
                          <a:pt x="37222" y="2565574"/>
                          <a:pt x="0" y="2469828"/>
                        </a:cubicBezTo>
                        <a:cubicBezTo>
                          <a:pt x="-37222" y="2374082"/>
                          <a:pt x="54810" y="2140840"/>
                          <a:pt x="0" y="1832813"/>
                        </a:cubicBezTo>
                        <a:cubicBezTo>
                          <a:pt x="-54810" y="1524786"/>
                          <a:pt x="67956" y="1492840"/>
                          <a:pt x="0" y="1234914"/>
                        </a:cubicBezTo>
                        <a:cubicBezTo>
                          <a:pt x="-67956" y="976988"/>
                          <a:pt x="25453" y="893459"/>
                          <a:pt x="0" y="637014"/>
                        </a:cubicBezTo>
                        <a:cubicBezTo>
                          <a:pt x="-25453" y="380569"/>
                          <a:pt x="13382" y="307315"/>
                          <a:pt x="0" y="0"/>
                        </a:cubicBezTo>
                        <a:close/>
                      </a:path>
                      <a:path w="6010620" h="3911492" stroke="0" extrusionOk="0">
                        <a:moveTo>
                          <a:pt x="0" y="0"/>
                        </a:moveTo>
                        <a:cubicBezTo>
                          <a:pt x="155848" y="-16789"/>
                          <a:pt x="308872" y="17123"/>
                          <a:pt x="426208" y="0"/>
                        </a:cubicBezTo>
                        <a:cubicBezTo>
                          <a:pt x="543544" y="-17123"/>
                          <a:pt x="646636" y="31121"/>
                          <a:pt x="792309" y="0"/>
                        </a:cubicBezTo>
                        <a:cubicBezTo>
                          <a:pt x="937982" y="-31121"/>
                          <a:pt x="1126666" y="28255"/>
                          <a:pt x="1218517" y="0"/>
                        </a:cubicBezTo>
                        <a:cubicBezTo>
                          <a:pt x="1310368" y="-28255"/>
                          <a:pt x="1508885" y="14880"/>
                          <a:pt x="1584618" y="0"/>
                        </a:cubicBezTo>
                        <a:cubicBezTo>
                          <a:pt x="1660351" y="-14880"/>
                          <a:pt x="1939818" y="3483"/>
                          <a:pt x="2191144" y="0"/>
                        </a:cubicBezTo>
                        <a:cubicBezTo>
                          <a:pt x="2442470" y="-3483"/>
                          <a:pt x="2591907" y="61548"/>
                          <a:pt x="2857777" y="0"/>
                        </a:cubicBezTo>
                        <a:cubicBezTo>
                          <a:pt x="3123647" y="-61548"/>
                          <a:pt x="3118933" y="57131"/>
                          <a:pt x="3344090" y="0"/>
                        </a:cubicBezTo>
                        <a:cubicBezTo>
                          <a:pt x="3569247" y="-57131"/>
                          <a:pt x="3682700" y="13667"/>
                          <a:pt x="3770298" y="0"/>
                        </a:cubicBezTo>
                        <a:cubicBezTo>
                          <a:pt x="3857896" y="-13667"/>
                          <a:pt x="4013765" y="5078"/>
                          <a:pt x="4196506" y="0"/>
                        </a:cubicBezTo>
                        <a:cubicBezTo>
                          <a:pt x="4379247" y="-5078"/>
                          <a:pt x="4441824" y="7913"/>
                          <a:pt x="4562607" y="0"/>
                        </a:cubicBezTo>
                        <a:cubicBezTo>
                          <a:pt x="4683390" y="-7913"/>
                          <a:pt x="4857259" y="45075"/>
                          <a:pt x="5109027" y="0"/>
                        </a:cubicBezTo>
                        <a:cubicBezTo>
                          <a:pt x="5360795" y="-45075"/>
                          <a:pt x="5713197" y="18852"/>
                          <a:pt x="6010620" y="0"/>
                        </a:cubicBezTo>
                        <a:cubicBezTo>
                          <a:pt x="6045145" y="144792"/>
                          <a:pt x="5985074" y="283952"/>
                          <a:pt x="6010620" y="558785"/>
                        </a:cubicBezTo>
                        <a:cubicBezTo>
                          <a:pt x="6036166" y="833618"/>
                          <a:pt x="5993940" y="876121"/>
                          <a:pt x="6010620" y="1000224"/>
                        </a:cubicBezTo>
                        <a:cubicBezTo>
                          <a:pt x="6027300" y="1124327"/>
                          <a:pt x="5973152" y="1241908"/>
                          <a:pt x="6010620" y="1480779"/>
                        </a:cubicBezTo>
                        <a:cubicBezTo>
                          <a:pt x="6048088" y="1719650"/>
                          <a:pt x="5966371" y="1829783"/>
                          <a:pt x="6010620" y="2117794"/>
                        </a:cubicBezTo>
                        <a:cubicBezTo>
                          <a:pt x="6054869" y="2405805"/>
                          <a:pt x="5974487" y="2395332"/>
                          <a:pt x="6010620" y="2637463"/>
                        </a:cubicBezTo>
                        <a:cubicBezTo>
                          <a:pt x="6046753" y="2879594"/>
                          <a:pt x="5992193" y="2985524"/>
                          <a:pt x="6010620" y="3196248"/>
                        </a:cubicBezTo>
                        <a:cubicBezTo>
                          <a:pt x="6029047" y="3406972"/>
                          <a:pt x="5939952" y="3737006"/>
                          <a:pt x="6010620" y="3911492"/>
                        </a:cubicBezTo>
                        <a:cubicBezTo>
                          <a:pt x="5797533" y="3961639"/>
                          <a:pt x="5711634" y="3865242"/>
                          <a:pt x="5584412" y="3911492"/>
                        </a:cubicBezTo>
                        <a:cubicBezTo>
                          <a:pt x="5457190" y="3957742"/>
                          <a:pt x="5317139" y="3891134"/>
                          <a:pt x="5158205" y="3911492"/>
                        </a:cubicBezTo>
                        <a:cubicBezTo>
                          <a:pt x="4999271" y="3931850"/>
                          <a:pt x="4814102" y="3888853"/>
                          <a:pt x="4671891" y="3911492"/>
                        </a:cubicBezTo>
                        <a:cubicBezTo>
                          <a:pt x="4529680" y="3934131"/>
                          <a:pt x="4333107" y="3879639"/>
                          <a:pt x="4065365" y="3911492"/>
                        </a:cubicBezTo>
                        <a:cubicBezTo>
                          <a:pt x="3797623" y="3943345"/>
                          <a:pt x="3766469" y="3897159"/>
                          <a:pt x="3639157" y="3911492"/>
                        </a:cubicBezTo>
                        <a:cubicBezTo>
                          <a:pt x="3511845" y="3925825"/>
                          <a:pt x="3419385" y="3867838"/>
                          <a:pt x="3212950" y="3911492"/>
                        </a:cubicBezTo>
                        <a:cubicBezTo>
                          <a:pt x="3006515" y="3955146"/>
                          <a:pt x="2871242" y="3855727"/>
                          <a:pt x="2726636" y="3911492"/>
                        </a:cubicBezTo>
                        <a:cubicBezTo>
                          <a:pt x="2582030" y="3967257"/>
                          <a:pt x="2484565" y="3908330"/>
                          <a:pt x="2360534" y="3911492"/>
                        </a:cubicBezTo>
                        <a:cubicBezTo>
                          <a:pt x="2236503" y="3914654"/>
                          <a:pt x="2060800" y="3882220"/>
                          <a:pt x="1934327" y="3911492"/>
                        </a:cubicBezTo>
                        <a:cubicBezTo>
                          <a:pt x="1807854" y="3940764"/>
                          <a:pt x="1598351" y="3867767"/>
                          <a:pt x="1508119" y="3911492"/>
                        </a:cubicBezTo>
                        <a:cubicBezTo>
                          <a:pt x="1417887" y="3955217"/>
                          <a:pt x="1072261" y="3856097"/>
                          <a:pt x="961699" y="3911492"/>
                        </a:cubicBezTo>
                        <a:cubicBezTo>
                          <a:pt x="851137" y="3966887"/>
                          <a:pt x="745190" y="3868543"/>
                          <a:pt x="595598" y="3911492"/>
                        </a:cubicBezTo>
                        <a:cubicBezTo>
                          <a:pt x="446006" y="3954441"/>
                          <a:pt x="147832" y="3873828"/>
                          <a:pt x="0" y="3911492"/>
                        </a:cubicBezTo>
                        <a:cubicBezTo>
                          <a:pt x="-44536" y="3723126"/>
                          <a:pt x="20660" y="3528591"/>
                          <a:pt x="0" y="3313593"/>
                        </a:cubicBezTo>
                        <a:cubicBezTo>
                          <a:pt x="-20660" y="3098595"/>
                          <a:pt x="15982" y="2923130"/>
                          <a:pt x="0" y="2676578"/>
                        </a:cubicBezTo>
                        <a:cubicBezTo>
                          <a:pt x="-15982" y="2430027"/>
                          <a:pt x="17569" y="2299047"/>
                          <a:pt x="0" y="2117794"/>
                        </a:cubicBezTo>
                        <a:cubicBezTo>
                          <a:pt x="-17569" y="1936541"/>
                          <a:pt x="29518" y="1820990"/>
                          <a:pt x="0" y="1637239"/>
                        </a:cubicBezTo>
                        <a:cubicBezTo>
                          <a:pt x="-29518" y="1453488"/>
                          <a:pt x="10842" y="1161482"/>
                          <a:pt x="0" y="1000224"/>
                        </a:cubicBezTo>
                        <a:cubicBezTo>
                          <a:pt x="-10842" y="838966"/>
                          <a:pt x="88470" y="28616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BE1D277-7AAC-3BE0-E82F-8E5CAE4AFDC4}"/>
              </a:ext>
            </a:extLst>
          </p:cNvPr>
          <p:cNvSpPr txBox="1"/>
          <p:nvPr/>
        </p:nvSpPr>
        <p:spPr>
          <a:xfrm>
            <a:off x="136287" y="5792721"/>
            <a:ext cx="11592128" cy="682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rPr lang="en-US" sz="1500" dirty="0"/>
              <a:t>*	If no profile picture has been set, your initials will be displayed instead.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rPr lang="en-US" sz="1500" dirty="0"/>
              <a:t>** 	You may see additional cards on your Dashboard. If any of these four cards are missing, please contact the App Administrator.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D44793-6445-1739-0FF5-AAF96B6F87A1}"/>
              </a:ext>
            </a:extLst>
          </p:cNvPr>
          <p:cNvSpPr/>
          <p:nvPr/>
        </p:nvSpPr>
        <p:spPr>
          <a:xfrm>
            <a:off x="6154366" y="3209838"/>
            <a:ext cx="1348902" cy="5190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Star: 8 Points 23">
            <a:extLst>
              <a:ext uri="{FF2B5EF4-FFF2-40B4-BE49-F238E27FC236}">
                <a16:creationId xmlns:a16="http://schemas.microsoft.com/office/drawing/2014/main" id="{A0374454-EC07-40A6-6A9C-C0D90CDDF050}"/>
              </a:ext>
            </a:extLst>
          </p:cNvPr>
          <p:cNvSpPr/>
          <p:nvPr/>
        </p:nvSpPr>
        <p:spPr>
          <a:xfrm>
            <a:off x="5889449" y="3853513"/>
            <a:ext cx="382621" cy="311284"/>
          </a:xfrm>
          <a:prstGeom prst="star8">
            <a:avLst/>
          </a:prstGeom>
          <a:noFill/>
          <a:ln w="28575">
            <a:solidFill>
              <a:srgbClr val="FA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D35341-AA3A-4E10-5F3B-C909B3246C79}"/>
              </a:ext>
            </a:extLst>
          </p:cNvPr>
          <p:cNvSpPr/>
          <p:nvPr/>
        </p:nvSpPr>
        <p:spPr>
          <a:xfrm>
            <a:off x="7503268" y="3209838"/>
            <a:ext cx="1348902" cy="5190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tar: 8 Points 14">
            <a:extLst>
              <a:ext uri="{FF2B5EF4-FFF2-40B4-BE49-F238E27FC236}">
                <a16:creationId xmlns:a16="http://schemas.microsoft.com/office/drawing/2014/main" id="{DA6AC9D2-1C72-0D68-F43C-0001039DB72E}"/>
              </a:ext>
            </a:extLst>
          </p:cNvPr>
          <p:cNvSpPr/>
          <p:nvPr/>
        </p:nvSpPr>
        <p:spPr>
          <a:xfrm>
            <a:off x="7238351" y="3853513"/>
            <a:ext cx="382621" cy="311284"/>
          </a:xfrm>
          <a:prstGeom prst="star8">
            <a:avLst/>
          </a:prstGeom>
          <a:noFill/>
          <a:ln w="28575">
            <a:solidFill>
              <a:srgbClr val="FA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1498734-77FA-6A72-CF1B-3FCA4CEDD0F1}"/>
              </a:ext>
            </a:extLst>
          </p:cNvPr>
          <p:cNvSpPr/>
          <p:nvPr/>
        </p:nvSpPr>
        <p:spPr>
          <a:xfrm>
            <a:off x="8870004" y="3209838"/>
            <a:ext cx="1348902" cy="5190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tar: 8 Points 18">
            <a:extLst>
              <a:ext uri="{FF2B5EF4-FFF2-40B4-BE49-F238E27FC236}">
                <a16:creationId xmlns:a16="http://schemas.microsoft.com/office/drawing/2014/main" id="{AE1E53E9-6E2B-7372-A33E-2D898B91B961}"/>
              </a:ext>
            </a:extLst>
          </p:cNvPr>
          <p:cNvSpPr/>
          <p:nvPr/>
        </p:nvSpPr>
        <p:spPr>
          <a:xfrm>
            <a:off x="8605087" y="3853513"/>
            <a:ext cx="382621" cy="311284"/>
          </a:xfrm>
          <a:prstGeom prst="star8">
            <a:avLst/>
          </a:prstGeom>
          <a:noFill/>
          <a:ln w="28575">
            <a:solidFill>
              <a:srgbClr val="FA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8CFE84B-AEA9-7D57-21C9-4CA5BAB5D9FC}"/>
              </a:ext>
            </a:extLst>
          </p:cNvPr>
          <p:cNvSpPr/>
          <p:nvPr/>
        </p:nvSpPr>
        <p:spPr>
          <a:xfrm>
            <a:off x="10227823" y="3209838"/>
            <a:ext cx="1348902" cy="5190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Star: 8 Points 22">
            <a:extLst>
              <a:ext uri="{FF2B5EF4-FFF2-40B4-BE49-F238E27FC236}">
                <a16:creationId xmlns:a16="http://schemas.microsoft.com/office/drawing/2014/main" id="{55ACCB63-FBC9-9168-B9C8-9BFDB0465010}"/>
              </a:ext>
            </a:extLst>
          </p:cNvPr>
          <p:cNvSpPr/>
          <p:nvPr/>
        </p:nvSpPr>
        <p:spPr>
          <a:xfrm>
            <a:off x="9962906" y="3853513"/>
            <a:ext cx="382621" cy="311284"/>
          </a:xfrm>
          <a:prstGeom prst="star8">
            <a:avLst/>
          </a:prstGeom>
          <a:noFill/>
          <a:ln w="28575">
            <a:solidFill>
              <a:srgbClr val="FA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68FC33E-110E-8A0F-119C-D4551728667B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33167B1-B885-A9D0-915C-E1AAC8B0486A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A26731D-7834-1509-1D19-976F51A3094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9108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9CC56-EB36-CB1C-5B62-A63355141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FBBA72-C445-7F0B-4061-4732CAC05A9D}"/>
              </a:ext>
            </a:extLst>
          </p:cNvPr>
          <p:cNvSpPr txBox="1"/>
          <p:nvPr/>
        </p:nvSpPr>
        <p:spPr>
          <a:xfrm>
            <a:off x="386202" y="302172"/>
            <a:ext cx="5001586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rPr lang="en-US" dirty="0"/>
              <a:t>MY SCHEDULE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rPr lang="en-US" dirty="0"/>
              <a:t>Sessions/Cards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38A0F5-B6C5-56B9-EC15-74728A1C48E2}"/>
              </a:ext>
            </a:extLst>
          </p:cNvPr>
          <p:cNvSpPr txBox="1"/>
          <p:nvPr/>
        </p:nvSpPr>
        <p:spPr>
          <a:xfrm>
            <a:off x="386202" y="1229186"/>
            <a:ext cx="6778602" cy="5304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19048"/>
              </a:lnSpc>
              <a:buNone/>
            </a:pPr>
            <a:r>
              <a:rPr lang="en-CA" sz="1600" dirty="0">
                <a:latin typeface="+mj-lt"/>
              </a:rPr>
              <a:t>To view your scheduled </a:t>
            </a:r>
            <a:r>
              <a:rPr lang="en-CA" sz="1600" b="1" dirty="0">
                <a:latin typeface="+mj-lt"/>
              </a:rPr>
              <a:t>classes and sessions</a:t>
            </a:r>
            <a:r>
              <a:rPr lang="en-CA" sz="1600" dirty="0">
                <a:latin typeface="+mj-lt"/>
              </a:rPr>
              <a:t>, click the </a:t>
            </a:r>
            <a:r>
              <a:rPr lang="en-CA" sz="1600" b="1" dirty="0">
                <a:latin typeface="+mj-lt"/>
              </a:rPr>
              <a:t>MY SCHEDULE</a:t>
            </a:r>
            <a:r>
              <a:rPr lang="en-CA" sz="1600" dirty="0">
                <a:latin typeface="+mj-lt"/>
              </a:rPr>
              <a:t> card on the Main Dashboard (1).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sz="1600" dirty="0">
                <a:latin typeface="+mj-lt"/>
              </a:rPr>
              <a:t>The </a:t>
            </a:r>
            <a:r>
              <a:rPr lang="en-CA" sz="1600" b="1" dirty="0">
                <a:latin typeface="+mj-lt"/>
              </a:rPr>
              <a:t>Master Schedule Viewer</a:t>
            </a:r>
            <a:r>
              <a:rPr lang="en-CA" sz="1600" dirty="0">
                <a:latin typeface="+mj-lt"/>
              </a:rPr>
              <a:t> page will open and, by default, display your scheduled sessions for the current week.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sz="1600" dirty="0">
                <a:latin typeface="+mj-lt"/>
              </a:rPr>
              <a:t>Depending on your schedule, you may see different session cards (2) throughout the week. Each card displays key information, including:</a:t>
            </a:r>
          </a:p>
          <a:p>
            <a:pPr marL="573088" lvl="0" indent="-109538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sz="1600" dirty="0">
                <a:latin typeface="+mj-lt"/>
              </a:rPr>
              <a:t>Session start and end times</a:t>
            </a:r>
          </a:p>
          <a:p>
            <a:pPr marL="573088" lvl="0" indent="-109538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sz="1600" dirty="0">
                <a:latin typeface="+mj-lt"/>
              </a:rPr>
              <a:t>Class name</a:t>
            </a:r>
          </a:p>
          <a:p>
            <a:pPr marL="573088" lvl="0" indent="-109538" fontAlgn="t">
              <a:lnSpc>
                <a:spcPct val="119048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CA" sz="1600" dirty="0">
                <a:latin typeface="+mj-lt"/>
              </a:rPr>
              <a:t>Session status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sz="1600" dirty="0">
                <a:latin typeface="+mj-lt"/>
              </a:rPr>
              <a:t>The session status is also shown in the top-right corner of the card.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sz="1600" dirty="0">
                <a:latin typeface="+mj-lt"/>
              </a:rPr>
              <a:t>To open a session, click its card. The </a:t>
            </a:r>
            <a:r>
              <a:rPr lang="en-CA" sz="1600" b="1" dirty="0">
                <a:latin typeface="+mj-lt"/>
              </a:rPr>
              <a:t>Manage Session</a:t>
            </a:r>
            <a:r>
              <a:rPr lang="en-CA" sz="1600" dirty="0">
                <a:latin typeface="+mj-lt"/>
              </a:rPr>
              <a:t> page will open in a new browser tab, while the </a:t>
            </a:r>
            <a:r>
              <a:rPr lang="en-CA" sz="1600" b="1" dirty="0">
                <a:latin typeface="+mj-lt"/>
              </a:rPr>
              <a:t>Master Schedule Viewer</a:t>
            </a:r>
            <a:r>
              <a:rPr lang="en-CA" sz="1600" dirty="0">
                <a:latin typeface="+mj-lt"/>
              </a:rPr>
              <a:t> remains open in its original tab. You can return to it at any time by selecting that tab.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sz="1600" dirty="0">
                <a:latin typeface="+mj-lt"/>
              </a:rPr>
              <a:t>This page should reflect your actual school schedule. If you do not see an expected session, please contact the school or the App Administrator.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sz="1600" dirty="0">
                <a:latin typeface="+mj-lt"/>
              </a:rPr>
              <a:t>To view schedules for different dates, use the </a:t>
            </a:r>
            <a:r>
              <a:rPr lang="en-CA" sz="1600" b="1" dirty="0">
                <a:latin typeface="+mj-lt"/>
              </a:rPr>
              <a:t>Choose Dates</a:t>
            </a:r>
            <a:r>
              <a:rPr lang="en-CA" sz="1600" dirty="0">
                <a:latin typeface="+mj-lt"/>
              </a:rPr>
              <a:t> section to select a new start and end date.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7138A85-34C8-853C-14F6-FA877F3244E0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D06EACA-4D7E-BDBA-3EDC-E2D4523AC1EE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8780933-582C-D27E-730B-54D5F9968E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3E130FB-ECF1-AD62-D1F8-AC78106B585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1171" r="1959" b="29874"/>
          <a:stretch>
            <a:fillRect/>
          </a:stretch>
        </p:blipFill>
        <p:spPr>
          <a:xfrm>
            <a:off x="6053462" y="293289"/>
            <a:ext cx="6010620" cy="875391"/>
          </a:xfrm>
          <a:custGeom>
            <a:avLst/>
            <a:gdLst>
              <a:gd name="csX0" fmla="*/ 0 w 6010620"/>
              <a:gd name="csY0" fmla="*/ 0 h 875391"/>
              <a:gd name="csX1" fmla="*/ 426208 w 6010620"/>
              <a:gd name="csY1" fmla="*/ 0 h 875391"/>
              <a:gd name="csX2" fmla="*/ 1092840 w 6010620"/>
              <a:gd name="csY2" fmla="*/ 0 h 875391"/>
              <a:gd name="csX3" fmla="*/ 1639260 w 6010620"/>
              <a:gd name="csY3" fmla="*/ 0 h 875391"/>
              <a:gd name="csX4" fmla="*/ 2305892 w 6010620"/>
              <a:gd name="csY4" fmla="*/ 0 h 875391"/>
              <a:gd name="csX5" fmla="*/ 2792206 w 6010620"/>
              <a:gd name="csY5" fmla="*/ 0 h 875391"/>
              <a:gd name="csX6" fmla="*/ 3218414 w 6010620"/>
              <a:gd name="csY6" fmla="*/ 0 h 875391"/>
              <a:gd name="csX7" fmla="*/ 3704728 w 6010620"/>
              <a:gd name="csY7" fmla="*/ 0 h 875391"/>
              <a:gd name="csX8" fmla="*/ 4371360 w 6010620"/>
              <a:gd name="csY8" fmla="*/ 0 h 875391"/>
              <a:gd name="csX9" fmla="*/ 4737461 w 6010620"/>
              <a:gd name="csY9" fmla="*/ 0 h 875391"/>
              <a:gd name="csX10" fmla="*/ 5343988 w 6010620"/>
              <a:gd name="csY10" fmla="*/ 0 h 875391"/>
              <a:gd name="csX11" fmla="*/ 6010620 w 6010620"/>
              <a:gd name="csY11" fmla="*/ 0 h 875391"/>
              <a:gd name="csX12" fmla="*/ 6010620 w 6010620"/>
              <a:gd name="csY12" fmla="*/ 420188 h 875391"/>
              <a:gd name="csX13" fmla="*/ 6010620 w 6010620"/>
              <a:gd name="csY13" fmla="*/ 875391 h 875391"/>
              <a:gd name="csX14" fmla="*/ 5584412 w 6010620"/>
              <a:gd name="csY14" fmla="*/ 875391 h 875391"/>
              <a:gd name="csX15" fmla="*/ 5037992 w 6010620"/>
              <a:gd name="csY15" fmla="*/ 875391 h 875391"/>
              <a:gd name="csX16" fmla="*/ 4671891 w 6010620"/>
              <a:gd name="csY16" fmla="*/ 875391 h 875391"/>
              <a:gd name="csX17" fmla="*/ 4065365 w 6010620"/>
              <a:gd name="csY17" fmla="*/ 875391 h 875391"/>
              <a:gd name="csX18" fmla="*/ 3639157 w 6010620"/>
              <a:gd name="csY18" fmla="*/ 875391 h 875391"/>
              <a:gd name="csX19" fmla="*/ 3273056 w 6010620"/>
              <a:gd name="csY19" fmla="*/ 875391 h 875391"/>
              <a:gd name="csX20" fmla="*/ 2846848 w 6010620"/>
              <a:gd name="csY20" fmla="*/ 875391 h 875391"/>
              <a:gd name="csX21" fmla="*/ 2300428 w 6010620"/>
              <a:gd name="csY21" fmla="*/ 875391 h 875391"/>
              <a:gd name="csX22" fmla="*/ 1934327 w 6010620"/>
              <a:gd name="csY22" fmla="*/ 875391 h 875391"/>
              <a:gd name="csX23" fmla="*/ 1387907 w 6010620"/>
              <a:gd name="csY23" fmla="*/ 875391 h 875391"/>
              <a:gd name="csX24" fmla="*/ 841487 w 6010620"/>
              <a:gd name="csY24" fmla="*/ 875391 h 875391"/>
              <a:gd name="csX25" fmla="*/ 0 w 6010620"/>
              <a:gd name="csY25" fmla="*/ 875391 h 875391"/>
              <a:gd name="csX26" fmla="*/ 0 w 6010620"/>
              <a:gd name="csY26" fmla="*/ 437696 h 875391"/>
              <a:gd name="csX27" fmla="*/ 0 w 6010620"/>
              <a:gd name="csY27" fmla="*/ 0 h 8753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6010620" h="875391" fill="none" extrusionOk="0">
                <a:moveTo>
                  <a:pt x="0" y="0"/>
                </a:moveTo>
                <a:cubicBezTo>
                  <a:pt x="119452" y="-32036"/>
                  <a:pt x="226633" y="35748"/>
                  <a:pt x="426208" y="0"/>
                </a:cubicBezTo>
                <a:cubicBezTo>
                  <a:pt x="625783" y="-35748"/>
                  <a:pt x="949474" y="9873"/>
                  <a:pt x="1092840" y="0"/>
                </a:cubicBezTo>
                <a:cubicBezTo>
                  <a:pt x="1236206" y="-9873"/>
                  <a:pt x="1468032" y="42890"/>
                  <a:pt x="1639260" y="0"/>
                </a:cubicBezTo>
                <a:cubicBezTo>
                  <a:pt x="1810488" y="-42890"/>
                  <a:pt x="2153115" y="10653"/>
                  <a:pt x="2305892" y="0"/>
                </a:cubicBezTo>
                <a:cubicBezTo>
                  <a:pt x="2458669" y="-10653"/>
                  <a:pt x="2614796" y="57492"/>
                  <a:pt x="2792206" y="0"/>
                </a:cubicBezTo>
                <a:cubicBezTo>
                  <a:pt x="2969616" y="-57492"/>
                  <a:pt x="3069094" y="18838"/>
                  <a:pt x="3218414" y="0"/>
                </a:cubicBezTo>
                <a:cubicBezTo>
                  <a:pt x="3367734" y="-18838"/>
                  <a:pt x="3547633" y="31299"/>
                  <a:pt x="3704728" y="0"/>
                </a:cubicBezTo>
                <a:cubicBezTo>
                  <a:pt x="3861823" y="-31299"/>
                  <a:pt x="4176667" y="53686"/>
                  <a:pt x="4371360" y="0"/>
                </a:cubicBezTo>
                <a:cubicBezTo>
                  <a:pt x="4566053" y="-53686"/>
                  <a:pt x="4631544" y="42905"/>
                  <a:pt x="4737461" y="0"/>
                </a:cubicBezTo>
                <a:cubicBezTo>
                  <a:pt x="4843378" y="-42905"/>
                  <a:pt x="5078264" y="44175"/>
                  <a:pt x="5343988" y="0"/>
                </a:cubicBezTo>
                <a:cubicBezTo>
                  <a:pt x="5609712" y="-44175"/>
                  <a:pt x="5826785" y="66822"/>
                  <a:pt x="6010620" y="0"/>
                </a:cubicBezTo>
                <a:cubicBezTo>
                  <a:pt x="6025048" y="187693"/>
                  <a:pt x="6009483" y="259859"/>
                  <a:pt x="6010620" y="420188"/>
                </a:cubicBezTo>
                <a:cubicBezTo>
                  <a:pt x="6011757" y="580517"/>
                  <a:pt x="5979838" y="669706"/>
                  <a:pt x="6010620" y="875391"/>
                </a:cubicBezTo>
                <a:cubicBezTo>
                  <a:pt x="5826975" y="895267"/>
                  <a:pt x="5685138" y="856942"/>
                  <a:pt x="5584412" y="875391"/>
                </a:cubicBezTo>
                <a:cubicBezTo>
                  <a:pt x="5483686" y="893840"/>
                  <a:pt x="5179865" y="834437"/>
                  <a:pt x="5037992" y="875391"/>
                </a:cubicBezTo>
                <a:cubicBezTo>
                  <a:pt x="4896119" y="916345"/>
                  <a:pt x="4753019" y="838410"/>
                  <a:pt x="4671891" y="875391"/>
                </a:cubicBezTo>
                <a:cubicBezTo>
                  <a:pt x="4590763" y="912372"/>
                  <a:pt x="4343760" y="822461"/>
                  <a:pt x="4065365" y="875391"/>
                </a:cubicBezTo>
                <a:cubicBezTo>
                  <a:pt x="3786970" y="928321"/>
                  <a:pt x="3760298" y="845027"/>
                  <a:pt x="3639157" y="875391"/>
                </a:cubicBezTo>
                <a:cubicBezTo>
                  <a:pt x="3518016" y="905755"/>
                  <a:pt x="3384025" y="851200"/>
                  <a:pt x="3273056" y="875391"/>
                </a:cubicBezTo>
                <a:cubicBezTo>
                  <a:pt x="3162087" y="899582"/>
                  <a:pt x="3044503" y="869363"/>
                  <a:pt x="2846848" y="875391"/>
                </a:cubicBezTo>
                <a:cubicBezTo>
                  <a:pt x="2649193" y="881419"/>
                  <a:pt x="2482904" y="843421"/>
                  <a:pt x="2300428" y="875391"/>
                </a:cubicBezTo>
                <a:cubicBezTo>
                  <a:pt x="2117952" y="907361"/>
                  <a:pt x="2110959" y="851736"/>
                  <a:pt x="1934327" y="875391"/>
                </a:cubicBezTo>
                <a:cubicBezTo>
                  <a:pt x="1757695" y="899046"/>
                  <a:pt x="1650636" y="849861"/>
                  <a:pt x="1387907" y="875391"/>
                </a:cubicBezTo>
                <a:cubicBezTo>
                  <a:pt x="1125178" y="900921"/>
                  <a:pt x="1036075" y="834511"/>
                  <a:pt x="841487" y="875391"/>
                </a:cubicBezTo>
                <a:cubicBezTo>
                  <a:pt x="646899" y="916271"/>
                  <a:pt x="381942" y="816660"/>
                  <a:pt x="0" y="875391"/>
                </a:cubicBezTo>
                <a:cubicBezTo>
                  <a:pt x="-37008" y="669287"/>
                  <a:pt x="11699" y="647037"/>
                  <a:pt x="0" y="437696"/>
                </a:cubicBezTo>
                <a:cubicBezTo>
                  <a:pt x="-11699" y="228355"/>
                  <a:pt x="29359" y="194719"/>
                  <a:pt x="0" y="0"/>
                </a:cubicBezTo>
                <a:close/>
              </a:path>
              <a:path w="6010620" h="875391" stroke="0" extrusionOk="0">
                <a:moveTo>
                  <a:pt x="0" y="0"/>
                </a:moveTo>
                <a:cubicBezTo>
                  <a:pt x="155848" y="-16789"/>
                  <a:pt x="308872" y="17123"/>
                  <a:pt x="426208" y="0"/>
                </a:cubicBezTo>
                <a:cubicBezTo>
                  <a:pt x="543544" y="-17123"/>
                  <a:pt x="646636" y="31121"/>
                  <a:pt x="792309" y="0"/>
                </a:cubicBezTo>
                <a:cubicBezTo>
                  <a:pt x="937982" y="-31121"/>
                  <a:pt x="1126666" y="28255"/>
                  <a:pt x="1218517" y="0"/>
                </a:cubicBezTo>
                <a:cubicBezTo>
                  <a:pt x="1310368" y="-28255"/>
                  <a:pt x="1508885" y="14880"/>
                  <a:pt x="1584618" y="0"/>
                </a:cubicBezTo>
                <a:cubicBezTo>
                  <a:pt x="1660351" y="-14880"/>
                  <a:pt x="1939818" y="3483"/>
                  <a:pt x="2191144" y="0"/>
                </a:cubicBezTo>
                <a:cubicBezTo>
                  <a:pt x="2442470" y="-3483"/>
                  <a:pt x="2591907" y="61548"/>
                  <a:pt x="2857777" y="0"/>
                </a:cubicBezTo>
                <a:cubicBezTo>
                  <a:pt x="3123647" y="-61548"/>
                  <a:pt x="3118933" y="57131"/>
                  <a:pt x="3344090" y="0"/>
                </a:cubicBezTo>
                <a:cubicBezTo>
                  <a:pt x="3569247" y="-57131"/>
                  <a:pt x="3682700" y="13667"/>
                  <a:pt x="3770298" y="0"/>
                </a:cubicBezTo>
                <a:cubicBezTo>
                  <a:pt x="3857896" y="-13667"/>
                  <a:pt x="4013765" y="5078"/>
                  <a:pt x="4196506" y="0"/>
                </a:cubicBezTo>
                <a:cubicBezTo>
                  <a:pt x="4379247" y="-5078"/>
                  <a:pt x="4441824" y="7913"/>
                  <a:pt x="4562607" y="0"/>
                </a:cubicBezTo>
                <a:cubicBezTo>
                  <a:pt x="4683390" y="-7913"/>
                  <a:pt x="4857259" y="45075"/>
                  <a:pt x="5109027" y="0"/>
                </a:cubicBezTo>
                <a:cubicBezTo>
                  <a:pt x="5360795" y="-45075"/>
                  <a:pt x="5713197" y="18852"/>
                  <a:pt x="6010620" y="0"/>
                </a:cubicBezTo>
                <a:cubicBezTo>
                  <a:pt x="6046835" y="149175"/>
                  <a:pt x="5988899" y="298260"/>
                  <a:pt x="6010620" y="437696"/>
                </a:cubicBezTo>
                <a:cubicBezTo>
                  <a:pt x="6032341" y="577132"/>
                  <a:pt x="5969035" y="732162"/>
                  <a:pt x="6010620" y="875391"/>
                </a:cubicBezTo>
                <a:cubicBezTo>
                  <a:pt x="5866212" y="888391"/>
                  <a:pt x="5689294" y="849509"/>
                  <a:pt x="5584412" y="875391"/>
                </a:cubicBezTo>
                <a:cubicBezTo>
                  <a:pt x="5479530" y="901273"/>
                  <a:pt x="5241499" y="827999"/>
                  <a:pt x="4977886" y="875391"/>
                </a:cubicBezTo>
                <a:cubicBezTo>
                  <a:pt x="4714273" y="922783"/>
                  <a:pt x="4642158" y="806127"/>
                  <a:pt x="4311254" y="875391"/>
                </a:cubicBezTo>
                <a:cubicBezTo>
                  <a:pt x="3980350" y="944655"/>
                  <a:pt x="4009000" y="830487"/>
                  <a:pt x="3885046" y="875391"/>
                </a:cubicBezTo>
                <a:cubicBezTo>
                  <a:pt x="3761092" y="920295"/>
                  <a:pt x="3567302" y="849012"/>
                  <a:pt x="3278520" y="875391"/>
                </a:cubicBezTo>
                <a:cubicBezTo>
                  <a:pt x="2989738" y="901770"/>
                  <a:pt x="2918366" y="871087"/>
                  <a:pt x="2792206" y="875391"/>
                </a:cubicBezTo>
                <a:cubicBezTo>
                  <a:pt x="2666046" y="879695"/>
                  <a:pt x="2524933" y="855033"/>
                  <a:pt x="2365999" y="875391"/>
                </a:cubicBezTo>
                <a:cubicBezTo>
                  <a:pt x="2207065" y="895749"/>
                  <a:pt x="2021896" y="852752"/>
                  <a:pt x="1879685" y="875391"/>
                </a:cubicBezTo>
                <a:cubicBezTo>
                  <a:pt x="1737474" y="898030"/>
                  <a:pt x="1540901" y="843538"/>
                  <a:pt x="1273159" y="875391"/>
                </a:cubicBezTo>
                <a:cubicBezTo>
                  <a:pt x="1005417" y="907244"/>
                  <a:pt x="974263" y="861058"/>
                  <a:pt x="846951" y="875391"/>
                </a:cubicBezTo>
                <a:cubicBezTo>
                  <a:pt x="719639" y="889724"/>
                  <a:pt x="394378" y="856420"/>
                  <a:pt x="0" y="875391"/>
                </a:cubicBezTo>
                <a:cubicBezTo>
                  <a:pt x="-11592" y="770644"/>
                  <a:pt x="48405" y="575893"/>
                  <a:pt x="0" y="446449"/>
                </a:cubicBezTo>
                <a:cubicBezTo>
                  <a:pt x="-48405" y="317005"/>
                  <a:pt x="40150" y="164388"/>
                  <a:pt x="0" y="0"/>
                </a:cubicBezTo>
                <a:close/>
              </a:path>
            </a:pathLst>
          </a:custGeom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33227970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F4F7CE6-5D90-359E-DA6E-8715B537795C}"/>
              </a:ext>
            </a:extLst>
          </p:cNvPr>
          <p:cNvSpPr/>
          <p:nvPr/>
        </p:nvSpPr>
        <p:spPr>
          <a:xfrm>
            <a:off x="6367889" y="525004"/>
            <a:ext cx="1348902" cy="5190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Star: 8 Points 23">
            <a:extLst>
              <a:ext uri="{FF2B5EF4-FFF2-40B4-BE49-F238E27FC236}">
                <a16:creationId xmlns:a16="http://schemas.microsoft.com/office/drawing/2014/main" id="{B62F4914-7A7E-5BCA-83A3-BD6856DA6797}"/>
              </a:ext>
            </a:extLst>
          </p:cNvPr>
          <p:cNvSpPr/>
          <p:nvPr/>
        </p:nvSpPr>
        <p:spPr>
          <a:xfrm>
            <a:off x="5911661" y="853620"/>
            <a:ext cx="382621" cy="311284"/>
          </a:xfrm>
          <a:prstGeom prst="star8">
            <a:avLst/>
          </a:prstGeom>
          <a:noFill/>
          <a:ln w="28575">
            <a:solidFill>
              <a:srgbClr val="FA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FA27F54-50A3-6786-D187-D49E4A3DE5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9491" y="1322800"/>
            <a:ext cx="4778713" cy="5309681"/>
          </a:xfrm>
          <a:custGeom>
            <a:avLst/>
            <a:gdLst>
              <a:gd name="csX0" fmla="*/ 0 w 4778713"/>
              <a:gd name="csY0" fmla="*/ 0 h 5309681"/>
              <a:gd name="csX1" fmla="*/ 645126 w 4778713"/>
              <a:gd name="csY1" fmla="*/ 0 h 5309681"/>
              <a:gd name="csX2" fmla="*/ 1338040 w 4778713"/>
              <a:gd name="csY2" fmla="*/ 0 h 5309681"/>
              <a:gd name="csX3" fmla="*/ 2030953 w 4778713"/>
              <a:gd name="csY3" fmla="*/ 0 h 5309681"/>
              <a:gd name="csX4" fmla="*/ 2628292 w 4778713"/>
              <a:gd name="csY4" fmla="*/ 0 h 5309681"/>
              <a:gd name="csX5" fmla="*/ 3273418 w 4778713"/>
              <a:gd name="csY5" fmla="*/ 0 h 5309681"/>
              <a:gd name="csX6" fmla="*/ 3775183 w 4778713"/>
              <a:gd name="csY6" fmla="*/ 0 h 5309681"/>
              <a:gd name="csX7" fmla="*/ 4778713 w 4778713"/>
              <a:gd name="csY7" fmla="*/ 0 h 5309681"/>
              <a:gd name="csX8" fmla="*/ 4778713 w 4778713"/>
              <a:gd name="csY8" fmla="*/ 589965 h 5309681"/>
              <a:gd name="csX9" fmla="*/ 4778713 w 4778713"/>
              <a:gd name="csY9" fmla="*/ 1179929 h 5309681"/>
              <a:gd name="csX10" fmla="*/ 4778713 w 4778713"/>
              <a:gd name="csY10" fmla="*/ 1876087 h 5309681"/>
              <a:gd name="csX11" fmla="*/ 4778713 w 4778713"/>
              <a:gd name="csY11" fmla="*/ 2412955 h 5309681"/>
              <a:gd name="csX12" fmla="*/ 4778713 w 4778713"/>
              <a:gd name="csY12" fmla="*/ 2843629 h 5309681"/>
              <a:gd name="csX13" fmla="*/ 4778713 w 4778713"/>
              <a:gd name="csY13" fmla="*/ 3327400 h 5309681"/>
              <a:gd name="csX14" fmla="*/ 4778713 w 4778713"/>
              <a:gd name="csY14" fmla="*/ 3864268 h 5309681"/>
              <a:gd name="csX15" fmla="*/ 4778713 w 4778713"/>
              <a:gd name="csY15" fmla="*/ 4294942 h 5309681"/>
              <a:gd name="csX16" fmla="*/ 4778713 w 4778713"/>
              <a:gd name="csY16" fmla="*/ 5309681 h 5309681"/>
              <a:gd name="csX17" fmla="*/ 4324735 w 4778713"/>
              <a:gd name="csY17" fmla="*/ 5309681 h 5309681"/>
              <a:gd name="csX18" fmla="*/ 3679609 w 4778713"/>
              <a:gd name="csY18" fmla="*/ 5309681 h 5309681"/>
              <a:gd name="csX19" fmla="*/ 3225631 w 4778713"/>
              <a:gd name="csY19" fmla="*/ 5309681 h 5309681"/>
              <a:gd name="csX20" fmla="*/ 2771654 w 4778713"/>
              <a:gd name="csY20" fmla="*/ 5309681 h 5309681"/>
              <a:gd name="csX21" fmla="*/ 2078740 w 4778713"/>
              <a:gd name="csY21" fmla="*/ 5309681 h 5309681"/>
              <a:gd name="csX22" fmla="*/ 1481401 w 4778713"/>
              <a:gd name="csY22" fmla="*/ 5309681 h 5309681"/>
              <a:gd name="csX23" fmla="*/ 979636 w 4778713"/>
              <a:gd name="csY23" fmla="*/ 5309681 h 5309681"/>
              <a:gd name="csX24" fmla="*/ 0 w 4778713"/>
              <a:gd name="csY24" fmla="*/ 5309681 h 5309681"/>
              <a:gd name="csX25" fmla="*/ 0 w 4778713"/>
              <a:gd name="csY25" fmla="*/ 4879007 h 5309681"/>
              <a:gd name="csX26" fmla="*/ 0 w 4778713"/>
              <a:gd name="csY26" fmla="*/ 4182849 h 5309681"/>
              <a:gd name="csX27" fmla="*/ 0 w 4778713"/>
              <a:gd name="csY27" fmla="*/ 3699078 h 5309681"/>
              <a:gd name="csX28" fmla="*/ 0 w 4778713"/>
              <a:gd name="csY28" fmla="*/ 3268404 h 5309681"/>
              <a:gd name="csX29" fmla="*/ 0 w 4778713"/>
              <a:gd name="csY29" fmla="*/ 2837730 h 5309681"/>
              <a:gd name="csX30" fmla="*/ 0 w 4778713"/>
              <a:gd name="csY30" fmla="*/ 2353959 h 5309681"/>
              <a:gd name="csX31" fmla="*/ 0 w 4778713"/>
              <a:gd name="csY31" fmla="*/ 1817091 h 5309681"/>
              <a:gd name="csX32" fmla="*/ 0 w 4778713"/>
              <a:gd name="csY32" fmla="*/ 1333320 h 5309681"/>
              <a:gd name="csX33" fmla="*/ 0 w 4778713"/>
              <a:gd name="csY33" fmla="*/ 637162 h 5309681"/>
              <a:gd name="csX34" fmla="*/ 0 w 4778713"/>
              <a:gd name="csY34" fmla="*/ 0 h 53096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4778713" h="5309681" fill="none" extrusionOk="0">
                <a:moveTo>
                  <a:pt x="0" y="0"/>
                </a:moveTo>
                <a:cubicBezTo>
                  <a:pt x="312341" y="-52759"/>
                  <a:pt x="375543" y="62422"/>
                  <a:pt x="645126" y="0"/>
                </a:cubicBezTo>
                <a:cubicBezTo>
                  <a:pt x="914709" y="-62422"/>
                  <a:pt x="1033922" y="45113"/>
                  <a:pt x="1338040" y="0"/>
                </a:cubicBezTo>
                <a:cubicBezTo>
                  <a:pt x="1642158" y="-45113"/>
                  <a:pt x="1864949" y="63983"/>
                  <a:pt x="2030953" y="0"/>
                </a:cubicBezTo>
                <a:cubicBezTo>
                  <a:pt x="2196957" y="-63983"/>
                  <a:pt x="2494812" y="12970"/>
                  <a:pt x="2628292" y="0"/>
                </a:cubicBezTo>
                <a:cubicBezTo>
                  <a:pt x="2761772" y="-12970"/>
                  <a:pt x="3013888" y="51936"/>
                  <a:pt x="3273418" y="0"/>
                </a:cubicBezTo>
                <a:cubicBezTo>
                  <a:pt x="3532948" y="-51936"/>
                  <a:pt x="3542896" y="20947"/>
                  <a:pt x="3775183" y="0"/>
                </a:cubicBezTo>
                <a:cubicBezTo>
                  <a:pt x="4007470" y="-20947"/>
                  <a:pt x="4479727" y="26902"/>
                  <a:pt x="4778713" y="0"/>
                </a:cubicBezTo>
                <a:cubicBezTo>
                  <a:pt x="4820215" y="205891"/>
                  <a:pt x="4710619" y="300191"/>
                  <a:pt x="4778713" y="589965"/>
                </a:cubicBezTo>
                <a:cubicBezTo>
                  <a:pt x="4846807" y="879740"/>
                  <a:pt x="4774381" y="1058884"/>
                  <a:pt x="4778713" y="1179929"/>
                </a:cubicBezTo>
                <a:cubicBezTo>
                  <a:pt x="4783045" y="1300974"/>
                  <a:pt x="4719499" y="1545386"/>
                  <a:pt x="4778713" y="1876087"/>
                </a:cubicBezTo>
                <a:cubicBezTo>
                  <a:pt x="4837927" y="2206788"/>
                  <a:pt x="4778522" y="2197191"/>
                  <a:pt x="4778713" y="2412955"/>
                </a:cubicBezTo>
                <a:cubicBezTo>
                  <a:pt x="4778904" y="2628719"/>
                  <a:pt x="4762359" y="2727911"/>
                  <a:pt x="4778713" y="2843629"/>
                </a:cubicBezTo>
                <a:cubicBezTo>
                  <a:pt x="4795067" y="2959347"/>
                  <a:pt x="4761716" y="3215284"/>
                  <a:pt x="4778713" y="3327400"/>
                </a:cubicBezTo>
                <a:cubicBezTo>
                  <a:pt x="4795710" y="3439516"/>
                  <a:pt x="4734648" y="3653444"/>
                  <a:pt x="4778713" y="3864268"/>
                </a:cubicBezTo>
                <a:cubicBezTo>
                  <a:pt x="4822778" y="4075092"/>
                  <a:pt x="4759443" y="4165549"/>
                  <a:pt x="4778713" y="4294942"/>
                </a:cubicBezTo>
                <a:cubicBezTo>
                  <a:pt x="4797983" y="4424335"/>
                  <a:pt x="4727888" y="4849196"/>
                  <a:pt x="4778713" y="5309681"/>
                </a:cubicBezTo>
                <a:cubicBezTo>
                  <a:pt x="4579077" y="5356053"/>
                  <a:pt x="4532975" y="5258057"/>
                  <a:pt x="4324735" y="5309681"/>
                </a:cubicBezTo>
                <a:cubicBezTo>
                  <a:pt x="4116495" y="5361305"/>
                  <a:pt x="3841292" y="5262307"/>
                  <a:pt x="3679609" y="5309681"/>
                </a:cubicBezTo>
                <a:cubicBezTo>
                  <a:pt x="3517926" y="5357055"/>
                  <a:pt x="3380060" y="5294819"/>
                  <a:pt x="3225631" y="5309681"/>
                </a:cubicBezTo>
                <a:cubicBezTo>
                  <a:pt x="3071202" y="5324543"/>
                  <a:pt x="2933418" y="5272167"/>
                  <a:pt x="2771654" y="5309681"/>
                </a:cubicBezTo>
                <a:cubicBezTo>
                  <a:pt x="2609890" y="5347195"/>
                  <a:pt x="2326345" y="5286691"/>
                  <a:pt x="2078740" y="5309681"/>
                </a:cubicBezTo>
                <a:cubicBezTo>
                  <a:pt x="1831135" y="5332671"/>
                  <a:pt x="1649765" y="5288048"/>
                  <a:pt x="1481401" y="5309681"/>
                </a:cubicBezTo>
                <a:cubicBezTo>
                  <a:pt x="1313037" y="5331314"/>
                  <a:pt x="1123191" y="5250974"/>
                  <a:pt x="979636" y="5309681"/>
                </a:cubicBezTo>
                <a:cubicBezTo>
                  <a:pt x="836082" y="5368388"/>
                  <a:pt x="458717" y="5252515"/>
                  <a:pt x="0" y="5309681"/>
                </a:cubicBezTo>
                <a:cubicBezTo>
                  <a:pt x="-50623" y="5108120"/>
                  <a:pt x="5473" y="5020467"/>
                  <a:pt x="0" y="4879007"/>
                </a:cubicBezTo>
                <a:cubicBezTo>
                  <a:pt x="-5473" y="4737547"/>
                  <a:pt x="76686" y="4502784"/>
                  <a:pt x="0" y="4182849"/>
                </a:cubicBezTo>
                <a:cubicBezTo>
                  <a:pt x="-76686" y="3862914"/>
                  <a:pt x="51398" y="3940920"/>
                  <a:pt x="0" y="3699078"/>
                </a:cubicBezTo>
                <a:cubicBezTo>
                  <a:pt x="-51398" y="3457236"/>
                  <a:pt x="50693" y="3434532"/>
                  <a:pt x="0" y="3268404"/>
                </a:cubicBezTo>
                <a:cubicBezTo>
                  <a:pt x="-50693" y="3102276"/>
                  <a:pt x="17672" y="3024317"/>
                  <a:pt x="0" y="2837730"/>
                </a:cubicBezTo>
                <a:cubicBezTo>
                  <a:pt x="-17672" y="2651143"/>
                  <a:pt x="27635" y="2467607"/>
                  <a:pt x="0" y="2353959"/>
                </a:cubicBezTo>
                <a:cubicBezTo>
                  <a:pt x="-27635" y="2240311"/>
                  <a:pt x="6728" y="1983470"/>
                  <a:pt x="0" y="1817091"/>
                </a:cubicBezTo>
                <a:cubicBezTo>
                  <a:pt x="-6728" y="1650712"/>
                  <a:pt x="661" y="1492506"/>
                  <a:pt x="0" y="1333320"/>
                </a:cubicBezTo>
                <a:cubicBezTo>
                  <a:pt x="-661" y="1174134"/>
                  <a:pt x="60983" y="820867"/>
                  <a:pt x="0" y="637162"/>
                </a:cubicBezTo>
                <a:cubicBezTo>
                  <a:pt x="-60983" y="453457"/>
                  <a:pt x="71885" y="303719"/>
                  <a:pt x="0" y="0"/>
                </a:cubicBezTo>
                <a:close/>
              </a:path>
              <a:path w="4778713" h="5309681" stroke="0" extrusionOk="0">
                <a:moveTo>
                  <a:pt x="0" y="0"/>
                </a:moveTo>
                <a:cubicBezTo>
                  <a:pt x="194959" y="-14426"/>
                  <a:pt x="290047" y="32103"/>
                  <a:pt x="501765" y="0"/>
                </a:cubicBezTo>
                <a:cubicBezTo>
                  <a:pt x="713484" y="-32103"/>
                  <a:pt x="907513" y="5070"/>
                  <a:pt x="1146891" y="0"/>
                </a:cubicBezTo>
                <a:cubicBezTo>
                  <a:pt x="1386269" y="-5070"/>
                  <a:pt x="1376080" y="36722"/>
                  <a:pt x="1600869" y="0"/>
                </a:cubicBezTo>
                <a:cubicBezTo>
                  <a:pt x="1825658" y="-36722"/>
                  <a:pt x="1945987" y="23512"/>
                  <a:pt x="2245995" y="0"/>
                </a:cubicBezTo>
                <a:cubicBezTo>
                  <a:pt x="2546003" y="-23512"/>
                  <a:pt x="2538687" y="19477"/>
                  <a:pt x="2747760" y="0"/>
                </a:cubicBezTo>
                <a:cubicBezTo>
                  <a:pt x="2956834" y="-19477"/>
                  <a:pt x="3084814" y="26908"/>
                  <a:pt x="3297312" y="0"/>
                </a:cubicBezTo>
                <a:cubicBezTo>
                  <a:pt x="3509810" y="-26908"/>
                  <a:pt x="3666069" y="3707"/>
                  <a:pt x="3799077" y="0"/>
                </a:cubicBezTo>
                <a:cubicBezTo>
                  <a:pt x="3932085" y="-3707"/>
                  <a:pt x="4043393" y="15381"/>
                  <a:pt x="4253055" y="0"/>
                </a:cubicBezTo>
                <a:cubicBezTo>
                  <a:pt x="4462717" y="-15381"/>
                  <a:pt x="4578672" y="30325"/>
                  <a:pt x="4778713" y="0"/>
                </a:cubicBezTo>
                <a:cubicBezTo>
                  <a:pt x="4817348" y="104109"/>
                  <a:pt x="4755423" y="277337"/>
                  <a:pt x="4778713" y="483771"/>
                </a:cubicBezTo>
                <a:cubicBezTo>
                  <a:pt x="4802003" y="690205"/>
                  <a:pt x="4770538" y="837779"/>
                  <a:pt x="4778713" y="967542"/>
                </a:cubicBezTo>
                <a:cubicBezTo>
                  <a:pt x="4786888" y="1097305"/>
                  <a:pt x="4702147" y="1371293"/>
                  <a:pt x="4778713" y="1663700"/>
                </a:cubicBezTo>
                <a:cubicBezTo>
                  <a:pt x="4855279" y="1956107"/>
                  <a:pt x="4754195" y="2089136"/>
                  <a:pt x="4778713" y="2306761"/>
                </a:cubicBezTo>
                <a:cubicBezTo>
                  <a:pt x="4803231" y="2524386"/>
                  <a:pt x="4727212" y="2556269"/>
                  <a:pt x="4778713" y="2790532"/>
                </a:cubicBezTo>
                <a:cubicBezTo>
                  <a:pt x="4830214" y="3024795"/>
                  <a:pt x="4749115" y="3164330"/>
                  <a:pt x="4778713" y="3327400"/>
                </a:cubicBezTo>
                <a:cubicBezTo>
                  <a:pt x="4808311" y="3490470"/>
                  <a:pt x="4761591" y="3646134"/>
                  <a:pt x="4778713" y="3811171"/>
                </a:cubicBezTo>
                <a:cubicBezTo>
                  <a:pt x="4795835" y="3976208"/>
                  <a:pt x="4737672" y="4237194"/>
                  <a:pt x="4778713" y="4454232"/>
                </a:cubicBezTo>
                <a:cubicBezTo>
                  <a:pt x="4819754" y="4671270"/>
                  <a:pt x="4775585" y="5024788"/>
                  <a:pt x="4778713" y="5309681"/>
                </a:cubicBezTo>
                <a:cubicBezTo>
                  <a:pt x="4573614" y="5345933"/>
                  <a:pt x="4416447" y="5268645"/>
                  <a:pt x="4324735" y="5309681"/>
                </a:cubicBezTo>
                <a:cubicBezTo>
                  <a:pt x="4233023" y="5350717"/>
                  <a:pt x="4018164" y="5266031"/>
                  <a:pt x="3870758" y="5309681"/>
                </a:cubicBezTo>
                <a:cubicBezTo>
                  <a:pt x="3723352" y="5353331"/>
                  <a:pt x="3534628" y="5258398"/>
                  <a:pt x="3225631" y="5309681"/>
                </a:cubicBezTo>
                <a:cubicBezTo>
                  <a:pt x="2916634" y="5360964"/>
                  <a:pt x="2796692" y="5256797"/>
                  <a:pt x="2580505" y="5309681"/>
                </a:cubicBezTo>
                <a:cubicBezTo>
                  <a:pt x="2364318" y="5362565"/>
                  <a:pt x="2252286" y="5268366"/>
                  <a:pt x="2078740" y="5309681"/>
                </a:cubicBezTo>
                <a:cubicBezTo>
                  <a:pt x="1905195" y="5350996"/>
                  <a:pt x="1844628" y="5258524"/>
                  <a:pt x="1624762" y="5309681"/>
                </a:cubicBezTo>
                <a:cubicBezTo>
                  <a:pt x="1404896" y="5360838"/>
                  <a:pt x="1250386" y="5294829"/>
                  <a:pt x="1027423" y="5309681"/>
                </a:cubicBezTo>
                <a:cubicBezTo>
                  <a:pt x="804460" y="5324533"/>
                  <a:pt x="386321" y="5266135"/>
                  <a:pt x="0" y="5309681"/>
                </a:cubicBezTo>
                <a:cubicBezTo>
                  <a:pt x="-17020" y="5046958"/>
                  <a:pt x="2301" y="4934568"/>
                  <a:pt x="0" y="4613523"/>
                </a:cubicBezTo>
                <a:cubicBezTo>
                  <a:pt x="-2301" y="4292478"/>
                  <a:pt x="51224" y="4269772"/>
                  <a:pt x="0" y="4076655"/>
                </a:cubicBezTo>
                <a:cubicBezTo>
                  <a:pt x="-51224" y="3883538"/>
                  <a:pt x="64211" y="3567260"/>
                  <a:pt x="0" y="3433594"/>
                </a:cubicBezTo>
                <a:cubicBezTo>
                  <a:pt x="-64211" y="3299928"/>
                  <a:pt x="15454" y="3000772"/>
                  <a:pt x="0" y="2790532"/>
                </a:cubicBezTo>
                <a:cubicBezTo>
                  <a:pt x="-15454" y="2580292"/>
                  <a:pt x="50689" y="2486019"/>
                  <a:pt x="0" y="2306761"/>
                </a:cubicBezTo>
                <a:cubicBezTo>
                  <a:pt x="-50689" y="2127503"/>
                  <a:pt x="11110" y="2014024"/>
                  <a:pt x="0" y="1769894"/>
                </a:cubicBezTo>
                <a:cubicBezTo>
                  <a:pt x="-11110" y="1525764"/>
                  <a:pt x="18095" y="1329290"/>
                  <a:pt x="0" y="1179929"/>
                </a:cubicBezTo>
                <a:cubicBezTo>
                  <a:pt x="-18095" y="1030568"/>
                  <a:pt x="24641" y="929055"/>
                  <a:pt x="0" y="696158"/>
                </a:cubicBezTo>
                <a:cubicBezTo>
                  <a:pt x="-24641" y="463261"/>
                  <a:pt x="63974" y="185274"/>
                  <a:pt x="0" y="0"/>
                </a:cubicBezTo>
                <a:close/>
              </a:path>
            </a:pathLst>
          </a:custGeom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4097953851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2AD9D3F6-515F-16D7-EFC3-78302819F5F6}"/>
              </a:ext>
            </a:extLst>
          </p:cNvPr>
          <p:cNvSpPr/>
          <p:nvPr/>
        </p:nvSpPr>
        <p:spPr>
          <a:xfrm>
            <a:off x="7622756" y="4200472"/>
            <a:ext cx="2518391" cy="11967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Star: 8 Points 33">
            <a:extLst>
              <a:ext uri="{FF2B5EF4-FFF2-40B4-BE49-F238E27FC236}">
                <a16:creationId xmlns:a16="http://schemas.microsoft.com/office/drawing/2014/main" id="{2C54D982-5880-2890-B11F-62315E41BD69}"/>
              </a:ext>
            </a:extLst>
          </p:cNvPr>
          <p:cNvSpPr/>
          <p:nvPr/>
        </p:nvSpPr>
        <p:spPr>
          <a:xfrm>
            <a:off x="7716791" y="3886235"/>
            <a:ext cx="382621" cy="311284"/>
          </a:xfrm>
          <a:prstGeom prst="star8">
            <a:avLst/>
          </a:prstGeom>
          <a:noFill/>
          <a:ln w="28575">
            <a:solidFill>
              <a:srgbClr val="FA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FA463CED-A27F-6028-47EA-3666C2FEDD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8802" y="5268573"/>
            <a:ext cx="1279276" cy="1115267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E46631-EE2A-60AB-8755-701EC21EC8CF}"/>
                  </a:ext>
                </a:extLst>
              </p14:cNvPr>
              <p14:cNvContentPartPr/>
              <p14:nvPr/>
            </p14:nvContentPartPr>
            <p14:xfrm>
              <a:off x="10050035" y="4584513"/>
              <a:ext cx="730800" cy="72576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E46631-EE2A-60AB-8755-701EC21EC8CF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041035" y="4575517"/>
                <a:ext cx="748440" cy="743391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73CA06D1-9BB3-3FC1-5A87-742AB5E827AF}"/>
              </a:ext>
            </a:extLst>
          </p:cNvPr>
          <p:cNvGrpSpPr/>
          <p:nvPr/>
        </p:nvGrpSpPr>
        <p:grpSpPr>
          <a:xfrm>
            <a:off x="10731155" y="4675593"/>
            <a:ext cx="148680" cy="200880"/>
            <a:chOff x="10395488" y="4675593"/>
            <a:chExt cx="14868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48F546B-55E3-9C8F-6D7D-9C22C3808679}"/>
                    </a:ext>
                  </a:extLst>
                </p14:cNvPr>
                <p14:cNvContentPartPr/>
                <p14:nvPr/>
              </p14:nvContentPartPr>
              <p14:xfrm>
                <a:off x="10395488" y="4785753"/>
                <a:ext cx="148680" cy="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48F546B-55E3-9C8F-6D7D-9C22C380867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386488" y="4777113"/>
                  <a:ext cx="1663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BC56A40-D149-5B1B-7458-EDC9635BD020}"/>
                    </a:ext>
                  </a:extLst>
                </p14:cNvPr>
                <p14:cNvContentPartPr/>
                <p14:nvPr/>
              </p14:nvContentPartPr>
              <p14:xfrm>
                <a:off x="10473248" y="4675593"/>
                <a:ext cx="360" cy="200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BC56A40-D149-5B1B-7458-EDC9635BD02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464608" y="4666593"/>
                  <a:ext cx="18000" cy="2185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A76BC229-9A49-1D98-F3F5-7A7937285C29}"/>
              </a:ext>
            </a:extLst>
          </p:cNvPr>
          <p:cNvSpPr/>
          <p:nvPr/>
        </p:nvSpPr>
        <p:spPr>
          <a:xfrm>
            <a:off x="11265661" y="4876946"/>
            <a:ext cx="677856" cy="237980"/>
          </a:xfrm>
          <a:prstGeom prst="rect">
            <a:avLst/>
          </a:prstGeom>
          <a:solidFill>
            <a:srgbClr val="FA1212"/>
          </a:solidFill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status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CEFF4B9-B2F6-2D6A-9CBB-662B73C71C69}"/>
              </a:ext>
            </a:extLst>
          </p:cNvPr>
          <p:cNvSpPr/>
          <p:nvPr/>
        </p:nvSpPr>
        <p:spPr>
          <a:xfrm>
            <a:off x="9122986" y="5610642"/>
            <a:ext cx="927049" cy="237980"/>
          </a:xfrm>
          <a:prstGeom prst="rect">
            <a:avLst/>
          </a:prstGeom>
          <a:solidFill>
            <a:srgbClr val="FA1212"/>
          </a:solidFill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Class Name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29C36C0-955C-2826-C7F5-280B6C9B103A}"/>
              </a:ext>
            </a:extLst>
          </p:cNvPr>
          <p:cNvSpPr/>
          <p:nvPr/>
        </p:nvSpPr>
        <p:spPr>
          <a:xfrm>
            <a:off x="9463291" y="6264850"/>
            <a:ext cx="677856" cy="237980"/>
          </a:xfrm>
          <a:prstGeom prst="rect">
            <a:avLst/>
          </a:prstGeom>
          <a:solidFill>
            <a:srgbClr val="FA1212"/>
          </a:solidFill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Time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F1413D8-2952-2544-BCDC-3EB5F9AA2DEF}"/>
              </a:ext>
            </a:extLst>
          </p:cNvPr>
          <p:cNvGrpSpPr/>
          <p:nvPr/>
        </p:nvGrpSpPr>
        <p:grpSpPr>
          <a:xfrm>
            <a:off x="9984515" y="5388393"/>
            <a:ext cx="459360" cy="227880"/>
            <a:chOff x="9648848" y="5388393"/>
            <a:chExt cx="459360" cy="22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9583775-F574-EF68-E9AD-0A7A9EA33FF3}"/>
                    </a:ext>
                  </a:extLst>
                </p14:cNvPr>
                <p14:cNvContentPartPr/>
                <p14:nvPr/>
              </p14:nvContentPartPr>
              <p14:xfrm>
                <a:off x="9655328" y="5388393"/>
                <a:ext cx="452880" cy="227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9583775-F574-EF68-E9AD-0A7A9EA33FF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646688" y="5379753"/>
                  <a:ext cx="4705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B6EE494-DCD4-F9F6-3FF4-0DDA95AFE5AF}"/>
                    </a:ext>
                  </a:extLst>
                </p14:cNvPr>
                <p14:cNvContentPartPr/>
                <p14:nvPr/>
              </p14:nvContentPartPr>
              <p14:xfrm>
                <a:off x="9648848" y="5491713"/>
                <a:ext cx="123480" cy="92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B6EE494-DCD4-F9F6-3FF4-0DDA95AFE5A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640208" y="5482713"/>
                  <a:ext cx="14112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759F2F1C-33DB-B167-D503-CC4C9368E8ED}"/>
              </a:ext>
            </a:extLst>
          </p:cNvPr>
          <p:cNvGrpSpPr/>
          <p:nvPr/>
        </p:nvGrpSpPr>
        <p:grpSpPr>
          <a:xfrm>
            <a:off x="11437835" y="5124513"/>
            <a:ext cx="146880" cy="200520"/>
            <a:chOff x="11102168" y="5124513"/>
            <a:chExt cx="146880" cy="20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F53C489-64BA-5091-31D5-2A48BDCDF10E}"/>
                    </a:ext>
                  </a:extLst>
                </p14:cNvPr>
                <p14:cNvContentPartPr/>
                <p14:nvPr/>
              </p14:nvContentPartPr>
              <p14:xfrm>
                <a:off x="11121608" y="5124513"/>
                <a:ext cx="127440" cy="193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F53C489-64BA-5091-31D5-2A48BDCDF10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1112968" y="5115513"/>
                  <a:ext cx="1450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620CE7D-307C-916D-D547-33B6D1ACD143}"/>
                    </a:ext>
                  </a:extLst>
                </p14:cNvPr>
                <p14:cNvContentPartPr/>
                <p14:nvPr/>
              </p14:nvContentPartPr>
              <p14:xfrm>
                <a:off x="11102168" y="5251593"/>
                <a:ext cx="97920" cy="734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620CE7D-307C-916D-D547-33B6D1ACD14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1093168" y="5242953"/>
                  <a:ext cx="115560" cy="9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08AC182-4ED2-CD1C-D998-B2C330E1AD90}"/>
              </a:ext>
            </a:extLst>
          </p:cNvPr>
          <p:cNvGrpSpPr/>
          <p:nvPr/>
        </p:nvGrpSpPr>
        <p:grpSpPr>
          <a:xfrm>
            <a:off x="10147595" y="6186513"/>
            <a:ext cx="363600" cy="190080"/>
            <a:chOff x="9811928" y="6186513"/>
            <a:chExt cx="363600" cy="19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9246A44-0C3F-1462-CEEB-CA5B0BCEFDD4}"/>
                    </a:ext>
                  </a:extLst>
                </p14:cNvPr>
                <p14:cNvContentPartPr/>
                <p14:nvPr/>
              </p14:nvContentPartPr>
              <p14:xfrm>
                <a:off x="9811928" y="6348873"/>
                <a:ext cx="1440" cy="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9246A44-0C3F-1462-CEEB-CA5B0BCEFDD4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802928" y="6339873"/>
                  <a:ext cx="190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27077CA-8D97-D2EA-B9DF-E62915D8083E}"/>
                    </a:ext>
                  </a:extLst>
                </p14:cNvPr>
                <p14:cNvContentPartPr/>
                <p14:nvPr/>
              </p14:nvContentPartPr>
              <p14:xfrm>
                <a:off x="9834248" y="6186513"/>
                <a:ext cx="341280" cy="190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27077CA-8D97-D2EA-B9DF-E62915D8083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825248" y="6177873"/>
                  <a:ext cx="358920" cy="207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73935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6C51C-46AC-FF1E-F290-EDCFBB0F8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8C0E29-8ECB-0D2C-2F89-6822BBE65886}"/>
              </a:ext>
            </a:extLst>
          </p:cNvPr>
          <p:cNvSpPr txBox="1"/>
          <p:nvPr/>
        </p:nvSpPr>
        <p:spPr>
          <a:xfrm>
            <a:off x="322633" y="291042"/>
            <a:ext cx="6347109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rPr lang="en-US" dirty="0"/>
              <a:t>MY SCHEDULE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rPr lang="en-US" dirty="0"/>
              <a:t>Details and Customize Buttons</a:t>
            </a:r>
            <a:endParaRPr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FDEBA51E-CC5F-7B17-E73D-F3702FBAC7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806" y="526796"/>
            <a:ext cx="5208352" cy="5787058"/>
          </a:xfrm>
          <a:custGeom>
            <a:avLst/>
            <a:gdLst>
              <a:gd name="csX0" fmla="*/ 0 w 5208352"/>
              <a:gd name="csY0" fmla="*/ 0 h 5787058"/>
              <a:gd name="csX1" fmla="*/ 422455 w 5208352"/>
              <a:gd name="csY1" fmla="*/ 0 h 5787058"/>
              <a:gd name="csX2" fmla="*/ 896994 w 5208352"/>
              <a:gd name="csY2" fmla="*/ 0 h 5787058"/>
              <a:gd name="csX3" fmla="*/ 1423616 w 5208352"/>
              <a:gd name="csY3" fmla="*/ 0 h 5787058"/>
              <a:gd name="csX4" fmla="*/ 2002322 w 5208352"/>
              <a:gd name="csY4" fmla="*/ 0 h 5787058"/>
              <a:gd name="csX5" fmla="*/ 2581028 w 5208352"/>
              <a:gd name="csY5" fmla="*/ 0 h 5787058"/>
              <a:gd name="csX6" fmla="*/ 3211817 w 5208352"/>
              <a:gd name="csY6" fmla="*/ 0 h 5787058"/>
              <a:gd name="csX7" fmla="*/ 3738439 w 5208352"/>
              <a:gd name="csY7" fmla="*/ 0 h 5787058"/>
              <a:gd name="csX8" fmla="*/ 4160895 w 5208352"/>
              <a:gd name="csY8" fmla="*/ 0 h 5787058"/>
              <a:gd name="csX9" fmla="*/ 4635433 w 5208352"/>
              <a:gd name="csY9" fmla="*/ 0 h 5787058"/>
              <a:gd name="csX10" fmla="*/ 5208352 w 5208352"/>
              <a:gd name="csY10" fmla="*/ 0 h 5787058"/>
              <a:gd name="csX11" fmla="*/ 5208352 w 5208352"/>
              <a:gd name="csY11" fmla="*/ 405094 h 5787058"/>
              <a:gd name="csX12" fmla="*/ 5208352 w 5208352"/>
              <a:gd name="csY12" fmla="*/ 1099541 h 5787058"/>
              <a:gd name="csX13" fmla="*/ 5208352 w 5208352"/>
              <a:gd name="csY13" fmla="*/ 1504635 h 5787058"/>
              <a:gd name="csX14" fmla="*/ 5208352 w 5208352"/>
              <a:gd name="csY14" fmla="*/ 1909729 h 5787058"/>
              <a:gd name="csX15" fmla="*/ 5208352 w 5208352"/>
              <a:gd name="csY15" fmla="*/ 2430564 h 5787058"/>
              <a:gd name="csX16" fmla="*/ 5208352 w 5208352"/>
              <a:gd name="csY16" fmla="*/ 2951400 h 5787058"/>
              <a:gd name="csX17" fmla="*/ 5208352 w 5208352"/>
              <a:gd name="csY17" fmla="*/ 3414364 h 5787058"/>
              <a:gd name="csX18" fmla="*/ 5208352 w 5208352"/>
              <a:gd name="csY18" fmla="*/ 4050941 h 5787058"/>
              <a:gd name="csX19" fmla="*/ 5208352 w 5208352"/>
              <a:gd name="csY19" fmla="*/ 4629646 h 5787058"/>
              <a:gd name="csX20" fmla="*/ 5208352 w 5208352"/>
              <a:gd name="csY20" fmla="*/ 5092611 h 5787058"/>
              <a:gd name="csX21" fmla="*/ 5208352 w 5208352"/>
              <a:gd name="csY21" fmla="*/ 5787058 h 5787058"/>
              <a:gd name="csX22" fmla="*/ 4525479 w 5208352"/>
              <a:gd name="csY22" fmla="*/ 5787058 h 5787058"/>
              <a:gd name="csX23" fmla="*/ 4103024 w 5208352"/>
              <a:gd name="csY23" fmla="*/ 5787058 h 5787058"/>
              <a:gd name="csX24" fmla="*/ 3472235 w 5208352"/>
              <a:gd name="csY24" fmla="*/ 5787058 h 5787058"/>
              <a:gd name="csX25" fmla="*/ 2997696 w 5208352"/>
              <a:gd name="csY25" fmla="*/ 5787058 h 5787058"/>
              <a:gd name="csX26" fmla="*/ 2418990 w 5208352"/>
              <a:gd name="csY26" fmla="*/ 5787058 h 5787058"/>
              <a:gd name="csX27" fmla="*/ 1736117 w 5208352"/>
              <a:gd name="csY27" fmla="*/ 5787058 h 5787058"/>
              <a:gd name="csX28" fmla="*/ 1313662 w 5208352"/>
              <a:gd name="csY28" fmla="*/ 5787058 h 5787058"/>
              <a:gd name="csX29" fmla="*/ 839123 w 5208352"/>
              <a:gd name="csY29" fmla="*/ 5787058 h 5787058"/>
              <a:gd name="csX30" fmla="*/ 0 w 5208352"/>
              <a:gd name="csY30" fmla="*/ 5787058 h 5787058"/>
              <a:gd name="csX31" fmla="*/ 0 w 5208352"/>
              <a:gd name="csY31" fmla="*/ 5266223 h 5787058"/>
              <a:gd name="csX32" fmla="*/ 0 w 5208352"/>
              <a:gd name="csY32" fmla="*/ 4803258 h 5787058"/>
              <a:gd name="csX33" fmla="*/ 0 w 5208352"/>
              <a:gd name="csY33" fmla="*/ 4398164 h 5787058"/>
              <a:gd name="csX34" fmla="*/ 0 w 5208352"/>
              <a:gd name="csY34" fmla="*/ 3935199 h 5787058"/>
              <a:gd name="csX35" fmla="*/ 0 w 5208352"/>
              <a:gd name="csY35" fmla="*/ 3298623 h 5787058"/>
              <a:gd name="csX36" fmla="*/ 0 w 5208352"/>
              <a:gd name="csY36" fmla="*/ 2893529 h 5787058"/>
              <a:gd name="csX37" fmla="*/ 0 w 5208352"/>
              <a:gd name="csY37" fmla="*/ 2199082 h 5787058"/>
              <a:gd name="csX38" fmla="*/ 0 w 5208352"/>
              <a:gd name="csY38" fmla="*/ 1736117 h 5787058"/>
              <a:gd name="csX39" fmla="*/ 0 w 5208352"/>
              <a:gd name="csY39" fmla="*/ 1273153 h 5787058"/>
              <a:gd name="csX40" fmla="*/ 0 w 5208352"/>
              <a:gd name="csY40" fmla="*/ 636576 h 5787058"/>
              <a:gd name="csX41" fmla="*/ 0 w 5208352"/>
              <a:gd name="csY41" fmla="*/ 0 h 57870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5208352" h="5787058" fill="none" extrusionOk="0">
                <a:moveTo>
                  <a:pt x="0" y="0"/>
                </a:moveTo>
                <a:cubicBezTo>
                  <a:pt x="156852" y="-47217"/>
                  <a:pt x="284759" y="29593"/>
                  <a:pt x="422455" y="0"/>
                </a:cubicBezTo>
                <a:cubicBezTo>
                  <a:pt x="560152" y="-29593"/>
                  <a:pt x="775005" y="5976"/>
                  <a:pt x="896994" y="0"/>
                </a:cubicBezTo>
                <a:cubicBezTo>
                  <a:pt x="1018983" y="-5976"/>
                  <a:pt x="1193246" y="57282"/>
                  <a:pt x="1423616" y="0"/>
                </a:cubicBezTo>
                <a:cubicBezTo>
                  <a:pt x="1653986" y="-57282"/>
                  <a:pt x="1756509" y="58812"/>
                  <a:pt x="2002322" y="0"/>
                </a:cubicBezTo>
                <a:cubicBezTo>
                  <a:pt x="2248135" y="-58812"/>
                  <a:pt x="2457753" y="17295"/>
                  <a:pt x="2581028" y="0"/>
                </a:cubicBezTo>
                <a:cubicBezTo>
                  <a:pt x="2704303" y="-17295"/>
                  <a:pt x="2950102" y="73415"/>
                  <a:pt x="3211817" y="0"/>
                </a:cubicBezTo>
                <a:cubicBezTo>
                  <a:pt x="3473532" y="-73415"/>
                  <a:pt x="3602344" y="31734"/>
                  <a:pt x="3738439" y="0"/>
                </a:cubicBezTo>
                <a:cubicBezTo>
                  <a:pt x="3874534" y="-31734"/>
                  <a:pt x="4012234" y="7256"/>
                  <a:pt x="4160895" y="0"/>
                </a:cubicBezTo>
                <a:cubicBezTo>
                  <a:pt x="4309556" y="-7256"/>
                  <a:pt x="4409271" y="51219"/>
                  <a:pt x="4635433" y="0"/>
                </a:cubicBezTo>
                <a:cubicBezTo>
                  <a:pt x="4861595" y="-51219"/>
                  <a:pt x="4960734" y="3071"/>
                  <a:pt x="5208352" y="0"/>
                </a:cubicBezTo>
                <a:cubicBezTo>
                  <a:pt x="5219752" y="100379"/>
                  <a:pt x="5199948" y="309476"/>
                  <a:pt x="5208352" y="405094"/>
                </a:cubicBezTo>
                <a:cubicBezTo>
                  <a:pt x="5216756" y="500712"/>
                  <a:pt x="5162169" y="919536"/>
                  <a:pt x="5208352" y="1099541"/>
                </a:cubicBezTo>
                <a:cubicBezTo>
                  <a:pt x="5254535" y="1279546"/>
                  <a:pt x="5160546" y="1422900"/>
                  <a:pt x="5208352" y="1504635"/>
                </a:cubicBezTo>
                <a:cubicBezTo>
                  <a:pt x="5256158" y="1586370"/>
                  <a:pt x="5188063" y="1787326"/>
                  <a:pt x="5208352" y="1909729"/>
                </a:cubicBezTo>
                <a:cubicBezTo>
                  <a:pt x="5228641" y="2032132"/>
                  <a:pt x="5156622" y="2190389"/>
                  <a:pt x="5208352" y="2430564"/>
                </a:cubicBezTo>
                <a:cubicBezTo>
                  <a:pt x="5260082" y="2670739"/>
                  <a:pt x="5206067" y="2743228"/>
                  <a:pt x="5208352" y="2951400"/>
                </a:cubicBezTo>
                <a:cubicBezTo>
                  <a:pt x="5210637" y="3159572"/>
                  <a:pt x="5177564" y="3273604"/>
                  <a:pt x="5208352" y="3414364"/>
                </a:cubicBezTo>
                <a:cubicBezTo>
                  <a:pt x="5239140" y="3555124"/>
                  <a:pt x="5161247" y="3781248"/>
                  <a:pt x="5208352" y="4050941"/>
                </a:cubicBezTo>
                <a:cubicBezTo>
                  <a:pt x="5255457" y="4320634"/>
                  <a:pt x="5206193" y="4457953"/>
                  <a:pt x="5208352" y="4629646"/>
                </a:cubicBezTo>
                <a:cubicBezTo>
                  <a:pt x="5210511" y="4801339"/>
                  <a:pt x="5179411" y="4940804"/>
                  <a:pt x="5208352" y="5092611"/>
                </a:cubicBezTo>
                <a:cubicBezTo>
                  <a:pt x="5237293" y="5244418"/>
                  <a:pt x="5151921" y="5605892"/>
                  <a:pt x="5208352" y="5787058"/>
                </a:cubicBezTo>
                <a:cubicBezTo>
                  <a:pt x="4935602" y="5821467"/>
                  <a:pt x="4669992" y="5763153"/>
                  <a:pt x="4525479" y="5787058"/>
                </a:cubicBezTo>
                <a:cubicBezTo>
                  <a:pt x="4380966" y="5810963"/>
                  <a:pt x="4203881" y="5774948"/>
                  <a:pt x="4103024" y="5787058"/>
                </a:cubicBezTo>
                <a:cubicBezTo>
                  <a:pt x="4002168" y="5799168"/>
                  <a:pt x="3681137" y="5727586"/>
                  <a:pt x="3472235" y="5787058"/>
                </a:cubicBezTo>
                <a:cubicBezTo>
                  <a:pt x="3263333" y="5846530"/>
                  <a:pt x="3196461" y="5748154"/>
                  <a:pt x="2997696" y="5787058"/>
                </a:cubicBezTo>
                <a:cubicBezTo>
                  <a:pt x="2798931" y="5825962"/>
                  <a:pt x="2636005" y="5775001"/>
                  <a:pt x="2418990" y="5787058"/>
                </a:cubicBezTo>
                <a:cubicBezTo>
                  <a:pt x="2201975" y="5799115"/>
                  <a:pt x="2003810" y="5721078"/>
                  <a:pt x="1736117" y="5787058"/>
                </a:cubicBezTo>
                <a:cubicBezTo>
                  <a:pt x="1468424" y="5853038"/>
                  <a:pt x="1473614" y="5756629"/>
                  <a:pt x="1313662" y="5787058"/>
                </a:cubicBezTo>
                <a:cubicBezTo>
                  <a:pt x="1153711" y="5817487"/>
                  <a:pt x="950024" y="5777670"/>
                  <a:pt x="839123" y="5787058"/>
                </a:cubicBezTo>
                <a:cubicBezTo>
                  <a:pt x="728222" y="5796446"/>
                  <a:pt x="328788" y="5706453"/>
                  <a:pt x="0" y="5787058"/>
                </a:cubicBezTo>
                <a:cubicBezTo>
                  <a:pt x="-13650" y="5552431"/>
                  <a:pt x="3744" y="5410658"/>
                  <a:pt x="0" y="5266223"/>
                </a:cubicBezTo>
                <a:cubicBezTo>
                  <a:pt x="-3744" y="5121788"/>
                  <a:pt x="3222" y="4953750"/>
                  <a:pt x="0" y="4803258"/>
                </a:cubicBezTo>
                <a:cubicBezTo>
                  <a:pt x="-3222" y="4652767"/>
                  <a:pt x="26411" y="4597884"/>
                  <a:pt x="0" y="4398164"/>
                </a:cubicBezTo>
                <a:cubicBezTo>
                  <a:pt x="-26411" y="4198444"/>
                  <a:pt x="7861" y="4111140"/>
                  <a:pt x="0" y="3935199"/>
                </a:cubicBezTo>
                <a:cubicBezTo>
                  <a:pt x="-7861" y="3759259"/>
                  <a:pt x="6094" y="3439739"/>
                  <a:pt x="0" y="3298623"/>
                </a:cubicBezTo>
                <a:cubicBezTo>
                  <a:pt x="-6094" y="3157507"/>
                  <a:pt x="40258" y="3082539"/>
                  <a:pt x="0" y="2893529"/>
                </a:cubicBezTo>
                <a:cubicBezTo>
                  <a:pt x="-40258" y="2704519"/>
                  <a:pt x="35822" y="2382780"/>
                  <a:pt x="0" y="2199082"/>
                </a:cubicBezTo>
                <a:cubicBezTo>
                  <a:pt x="-35822" y="2015384"/>
                  <a:pt x="27435" y="1894397"/>
                  <a:pt x="0" y="1736117"/>
                </a:cubicBezTo>
                <a:cubicBezTo>
                  <a:pt x="-27435" y="1577837"/>
                  <a:pt x="10935" y="1471795"/>
                  <a:pt x="0" y="1273153"/>
                </a:cubicBezTo>
                <a:cubicBezTo>
                  <a:pt x="-10935" y="1074511"/>
                  <a:pt x="25112" y="940277"/>
                  <a:pt x="0" y="636576"/>
                </a:cubicBezTo>
                <a:cubicBezTo>
                  <a:pt x="-25112" y="332875"/>
                  <a:pt x="6389" y="221998"/>
                  <a:pt x="0" y="0"/>
                </a:cubicBezTo>
                <a:close/>
              </a:path>
              <a:path w="5208352" h="5787058" stroke="0" extrusionOk="0">
                <a:moveTo>
                  <a:pt x="0" y="0"/>
                </a:moveTo>
                <a:cubicBezTo>
                  <a:pt x="118865" y="-26495"/>
                  <a:pt x="350864" y="56420"/>
                  <a:pt x="474539" y="0"/>
                </a:cubicBezTo>
                <a:cubicBezTo>
                  <a:pt x="598214" y="-56420"/>
                  <a:pt x="818285" y="55398"/>
                  <a:pt x="1105328" y="0"/>
                </a:cubicBezTo>
                <a:cubicBezTo>
                  <a:pt x="1392371" y="-55398"/>
                  <a:pt x="1345830" y="39352"/>
                  <a:pt x="1527783" y="0"/>
                </a:cubicBezTo>
                <a:cubicBezTo>
                  <a:pt x="1709737" y="-39352"/>
                  <a:pt x="1877387" y="64593"/>
                  <a:pt x="2158573" y="0"/>
                </a:cubicBezTo>
                <a:cubicBezTo>
                  <a:pt x="2439759" y="-64593"/>
                  <a:pt x="2405953" y="36722"/>
                  <a:pt x="2633111" y="0"/>
                </a:cubicBezTo>
                <a:cubicBezTo>
                  <a:pt x="2860269" y="-36722"/>
                  <a:pt x="3011305" y="38066"/>
                  <a:pt x="3159734" y="0"/>
                </a:cubicBezTo>
                <a:cubicBezTo>
                  <a:pt x="3308163" y="-38066"/>
                  <a:pt x="3515466" y="3471"/>
                  <a:pt x="3634272" y="0"/>
                </a:cubicBezTo>
                <a:cubicBezTo>
                  <a:pt x="3753078" y="-3471"/>
                  <a:pt x="3929420" y="1453"/>
                  <a:pt x="4056728" y="0"/>
                </a:cubicBezTo>
                <a:cubicBezTo>
                  <a:pt x="4184036" y="-1453"/>
                  <a:pt x="4537630" y="72046"/>
                  <a:pt x="4687517" y="0"/>
                </a:cubicBezTo>
                <a:cubicBezTo>
                  <a:pt x="4837404" y="-72046"/>
                  <a:pt x="4993292" y="43489"/>
                  <a:pt x="5208352" y="0"/>
                </a:cubicBezTo>
                <a:cubicBezTo>
                  <a:pt x="5269490" y="152497"/>
                  <a:pt x="5149728" y="369698"/>
                  <a:pt x="5208352" y="578706"/>
                </a:cubicBezTo>
                <a:cubicBezTo>
                  <a:pt x="5266976" y="787714"/>
                  <a:pt x="5193052" y="1007090"/>
                  <a:pt x="5208352" y="1273153"/>
                </a:cubicBezTo>
                <a:cubicBezTo>
                  <a:pt x="5223652" y="1539216"/>
                  <a:pt x="5197767" y="1723170"/>
                  <a:pt x="5208352" y="1909729"/>
                </a:cubicBezTo>
                <a:cubicBezTo>
                  <a:pt x="5218937" y="2096288"/>
                  <a:pt x="5190554" y="2235080"/>
                  <a:pt x="5208352" y="2372694"/>
                </a:cubicBezTo>
                <a:cubicBezTo>
                  <a:pt x="5226150" y="2510308"/>
                  <a:pt x="5148160" y="2641150"/>
                  <a:pt x="5208352" y="2893529"/>
                </a:cubicBezTo>
                <a:cubicBezTo>
                  <a:pt x="5268544" y="3145908"/>
                  <a:pt x="5204072" y="3258719"/>
                  <a:pt x="5208352" y="3356494"/>
                </a:cubicBezTo>
                <a:cubicBezTo>
                  <a:pt x="5212632" y="3454269"/>
                  <a:pt x="5150995" y="3734465"/>
                  <a:pt x="5208352" y="3993070"/>
                </a:cubicBezTo>
                <a:cubicBezTo>
                  <a:pt x="5265709" y="4251675"/>
                  <a:pt x="5157414" y="4284478"/>
                  <a:pt x="5208352" y="4456035"/>
                </a:cubicBezTo>
                <a:cubicBezTo>
                  <a:pt x="5259290" y="4627593"/>
                  <a:pt x="5160123" y="4760250"/>
                  <a:pt x="5208352" y="4861129"/>
                </a:cubicBezTo>
                <a:cubicBezTo>
                  <a:pt x="5256581" y="4962008"/>
                  <a:pt x="5161522" y="5517751"/>
                  <a:pt x="5208352" y="5787058"/>
                </a:cubicBezTo>
                <a:cubicBezTo>
                  <a:pt x="5011824" y="5801153"/>
                  <a:pt x="4708816" y="5763909"/>
                  <a:pt x="4577563" y="5787058"/>
                </a:cubicBezTo>
                <a:cubicBezTo>
                  <a:pt x="4446310" y="5810207"/>
                  <a:pt x="4135248" y="5756865"/>
                  <a:pt x="3946773" y="5787058"/>
                </a:cubicBezTo>
                <a:cubicBezTo>
                  <a:pt x="3758298" y="5817251"/>
                  <a:pt x="3615401" y="5770110"/>
                  <a:pt x="3472235" y="5787058"/>
                </a:cubicBezTo>
                <a:cubicBezTo>
                  <a:pt x="3329069" y="5804006"/>
                  <a:pt x="3218984" y="5768091"/>
                  <a:pt x="3049779" y="5787058"/>
                </a:cubicBezTo>
                <a:cubicBezTo>
                  <a:pt x="2880574" y="5806025"/>
                  <a:pt x="2736903" y="5738034"/>
                  <a:pt x="2471074" y="5787058"/>
                </a:cubicBezTo>
                <a:cubicBezTo>
                  <a:pt x="2205245" y="5836082"/>
                  <a:pt x="2104610" y="5715755"/>
                  <a:pt x="1840284" y="5787058"/>
                </a:cubicBezTo>
                <a:cubicBezTo>
                  <a:pt x="1575958" y="5858361"/>
                  <a:pt x="1465879" y="5731445"/>
                  <a:pt x="1157412" y="5787058"/>
                </a:cubicBezTo>
                <a:cubicBezTo>
                  <a:pt x="848945" y="5842671"/>
                  <a:pt x="885356" y="5779349"/>
                  <a:pt x="682873" y="5787058"/>
                </a:cubicBezTo>
                <a:cubicBezTo>
                  <a:pt x="480390" y="5794767"/>
                  <a:pt x="340207" y="5736972"/>
                  <a:pt x="0" y="5787058"/>
                </a:cubicBezTo>
                <a:cubicBezTo>
                  <a:pt x="-50126" y="5633476"/>
                  <a:pt x="32825" y="5346934"/>
                  <a:pt x="0" y="5092611"/>
                </a:cubicBezTo>
                <a:cubicBezTo>
                  <a:pt x="-32825" y="4838288"/>
                  <a:pt x="9429" y="4777386"/>
                  <a:pt x="0" y="4629646"/>
                </a:cubicBezTo>
                <a:cubicBezTo>
                  <a:pt x="-9429" y="4481906"/>
                  <a:pt x="52539" y="4248158"/>
                  <a:pt x="0" y="4108811"/>
                </a:cubicBezTo>
                <a:cubicBezTo>
                  <a:pt x="-52539" y="3969465"/>
                  <a:pt x="55898" y="3729142"/>
                  <a:pt x="0" y="3530105"/>
                </a:cubicBezTo>
                <a:cubicBezTo>
                  <a:pt x="-55898" y="3331068"/>
                  <a:pt x="725" y="3169582"/>
                  <a:pt x="0" y="3067141"/>
                </a:cubicBezTo>
                <a:cubicBezTo>
                  <a:pt x="-725" y="2964700"/>
                  <a:pt x="23498" y="2644231"/>
                  <a:pt x="0" y="2372694"/>
                </a:cubicBezTo>
                <a:cubicBezTo>
                  <a:pt x="-23498" y="2101157"/>
                  <a:pt x="43376" y="1942830"/>
                  <a:pt x="0" y="1736117"/>
                </a:cubicBezTo>
                <a:cubicBezTo>
                  <a:pt x="-43376" y="1529404"/>
                  <a:pt x="12219" y="1447920"/>
                  <a:pt x="0" y="1273153"/>
                </a:cubicBezTo>
                <a:cubicBezTo>
                  <a:pt x="-12219" y="1098386"/>
                  <a:pt x="3737" y="854687"/>
                  <a:pt x="0" y="636576"/>
                </a:cubicBezTo>
                <a:cubicBezTo>
                  <a:pt x="-3737" y="418465"/>
                  <a:pt x="62429" y="232493"/>
                  <a:pt x="0" y="0"/>
                </a:cubicBezTo>
                <a:close/>
              </a:path>
            </a:pathLst>
          </a:custGeom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4097953851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738C84B2-6014-DE03-BE1C-201FB2050DBE}"/>
              </a:ext>
            </a:extLst>
          </p:cNvPr>
          <p:cNvSpPr/>
          <p:nvPr/>
        </p:nvSpPr>
        <p:spPr>
          <a:xfrm>
            <a:off x="6912523" y="1032635"/>
            <a:ext cx="5136917" cy="11967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Star: 8 Points 23">
            <a:extLst>
              <a:ext uri="{FF2B5EF4-FFF2-40B4-BE49-F238E27FC236}">
                <a16:creationId xmlns:a16="http://schemas.microsoft.com/office/drawing/2014/main" id="{246FFF09-0DF8-29E3-56C4-97A78B930446}"/>
              </a:ext>
            </a:extLst>
          </p:cNvPr>
          <p:cNvSpPr/>
          <p:nvPr/>
        </p:nvSpPr>
        <p:spPr>
          <a:xfrm>
            <a:off x="9072282" y="652887"/>
            <a:ext cx="382621" cy="311284"/>
          </a:xfrm>
          <a:prstGeom prst="star8">
            <a:avLst/>
          </a:prstGeom>
          <a:noFill/>
          <a:ln w="28575">
            <a:solidFill>
              <a:srgbClr val="FA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BA18C2-0629-CB3B-67DE-1D17DCDB7306}"/>
              </a:ext>
            </a:extLst>
          </p:cNvPr>
          <p:cNvSpPr/>
          <p:nvPr/>
        </p:nvSpPr>
        <p:spPr>
          <a:xfrm>
            <a:off x="10936941" y="2478305"/>
            <a:ext cx="1112499" cy="3200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tar: 8 Points 9">
            <a:extLst>
              <a:ext uri="{FF2B5EF4-FFF2-40B4-BE49-F238E27FC236}">
                <a16:creationId xmlns:a16="http://schemas.microsoft.com/office/drawing/2014/main" id="{86199439-F654-3620-EDDF-C1BDFD5AC1D9}"/>
              </a:ext>
            </a:extLst>
          </p:cNvPr>
          <p:cNvSpPr/>
          <p:nvPr/>
        </p:nvSpPr>
        <p:spPr>
          <a:xfrm>
            <a:off x="10480701" y="2501536"/>
            <a:ext cx="382621" cy="311284"/>
          </a:xfrm>
          <a:prstGeom prst="star8">
            <a:avLst/>
          </a:prstGeom>
          <a:noFill/>
          <a:ln w="28575">
            <a:solidFill>
              <a:srgbClr val="FA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504ED2-DF29-1796-FBAF-A4100DB7CAF5}"/>
              </a:ext>
            </a:extLst>
          </p:cNvPr>
          <p:cNvSpPr/>
          <p:nvPr/>
        </p:nvSpPr>
        <p:spPr>
          <a:xfrm>
            <a:off x="6876806" y="2507349"/>
            <a:ext cx="2195476" cy="45126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Star: 8 Points 15">
            <a:extLst>
              <a:ext uri="{FF2B5EF4-FFF2-40B4-BE49-F238E27FC236}">
                <a16:creationId xmlns:a16="http://schemas.microsoft.com/office/drawing/2014/main" id="{7901A21D-D8AC-863F-5034-0EF66D6D8034}"/>
              </a:ext>
            </a:extLst>
          </p:cNvPr>
          <p:cNvSpPr/>
          <p:nvPr/>
        </p:nvSpPr>
        <p:spPr>
          <a:xfrm>
            <a:off x="9145901" y="2558739"/>
            <a:ext cx="382621" cy="311284"/>
          </a:xfrm>
          <a:prstGeom prst="star8">
            <a:avLst/>
          </a:prstGeom>
          <a:noFill/>
          <a:ln w="28575">
            <a:solidFill>
              <a:srgbClr val="FA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116ADC6-1ADB-2881-6BBB-0235BF79D638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241B88E-9CC0-02C8-575E-28FF04E24FAA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800353B-F7B7-8300-1684-4209CDB719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1C35601-07BB-3554-D50D-01B7E37E543A}"/>
              </a:ext>
            </a:extLst>
          </p:cNvPr>
          <p:cNvSpPr txBox="1"/>
          <p:nvPr/>
        </p:nvSpPr>
        <p:spPr>
          <a:xfrm>
            <a:off x="322634" y="1200434"/>
            <a:ext cx="6420728" cy="5366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19048"/>
              </a:lnSpc>
              <a:buNone/>
            </a:pPr>
            <a:r>
              <a:rPr lang="en-CA" sz="1600" b="1" i="0">
                <a:effectLst/>
                <a:latin typeface="+mj-lt"/>
              </a:rPr>
              <a:t>1. Choose a Date Range</a:t>
            </a:r>
            <a:endParaRPr lang="en-CA" sz="1600" b="0" i="0">
              <a:effectLst/>
              <a:latin typeface="+mj-lt"/>
            </a:endParaRPr>
          </a:p>
          <a:p>
            <a:pPr fontAlgn="t">
              <a:lnSpc>
                <a:spcPct val="119048"/>
              </a:lnSpc>
              <a:buNone/>
            </a:pPr>
            <a:r>
              <a:rPr lang="en-CA" sz="1600" b="0" i="0">
                <a:effectLst/>
                <a:latin typeface="+mj-lt"/>
              </a:rPr>
              <a:t>Use the </a:t>
            </a:r>
            <a:r>
              <a:rPr lang="en-CA" sz="1600" b="1" i="0">
                <a:effectLst/>
                <a:latin typeface="+mj-lt"/>
              </a:rPr>
              <a:t>Choose Dates</a:t>
            </a:r>
            <a:r>
              <a:rPr lang="en-CA" sz="1600" b="0" i="0">
                <a:effectLst/>
                <a:latin typeface="+mj-lt"/>
              </a:rPr>
              <a:t> section to select a start and end date, or choose one of the options under </a:t>
            </a:r>
            <a:r>
              <a:rPr lang="en-CA" sz="1600" b="1" i="0">
                <a:effectLst/>
                <a:latin typeface="+mj-lt"/>
              </a:rPr>
              <a:t>Quick Range</a:t>
            </a:r>
            <a:r>
              <a:rPr lang="en-CA" sz="1600" b="0" i="0">
                <a:effectLst/>
                <a:latin typeface="+mj-lt"/>
              </a:rPr>
              <a:t>. After selecting your dates, click </a:t>
            </a:r>
            <a:r>
              <a:rPr lang="en-CA" sz="1600" b="1" i="0">
                <a:effectLst/>
                <a:latin typeface="+mj-lt"/>
              </a:rPr>
              <a:t>Show Schedule</a:t>
            </a:r>
            <a:r>
              <a:rPr lang="en-CA" sz="1600" b="0" i="0">
                <a:effectLst/>
                <a:latin typeface="+mj-lt"/>
              </a:rPr>
              <a:t> to load your schedule.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sz="1600" b="1" i="0">
                <a:effectLst/>
                <a:latin typeface="+mj-lt"/>
              </a:rPr>
              <a:t>2. View and Filter Your Schedule</a:t>
            </a:r>
            <a:endParaRPr lang="en-CA" sz="1600" b="0" i="0">
              <a:effectLst/>
              <a:latin typeface="+mj-lt"/>
            </a:endParaRPr>
          </a:p>
          <a:p>
            <a:pPr fontAlgn="t">
              <a:lnSpc>
                <a:spcPct val="119048"/>
              </a:lnSpc>
              <a:buNone/>
            </a:pPr>
            <a:r>
              <a:rPr lang="en-CA" sz="1600" b="0" i="0">
                <a:effectLst/>
                <a:latin typeface="+mj-lt"/>
              </a:rPr>
              <a:t>This section displays a summary and details of your scheduled sessions for the selected date range.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sz="1600" b="0" i="0">
                <a:effectLst/>
                <a:latin typeface="+mj-lt"/>
              </a:rPr>
              <a:t>You can:</a:t>
            </a:r>
          </a:p>
          <a:p>
            <a:pPr marL="342900" lvl="0" indent="-342900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sz="1600" b="0" i="0">
                <a:effectLst/>
                <a:latin typeface="+mj-lt"/>
              </a:rPr>
              <a:t>View session statistics and schedule details.</a:t>
            </a:r>
          </a:p>
          <a:p>
            <a:pPr marL="342900" lvl="0" indent="-342900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sz="1600" b="0" i="0">
                <a:effectLst/>
                <a:latin typeface="+mj-lt"/>
              </a:rPr>
              <a:t>Filter the schedule by selecting a specific class from the dropdown beside </a:t>
            </a:r>
            <a:r>
              <a:rPr lang="en-CA" sz="1600" b="1" i="0">
                <a:effectLst/>
                <a:latin typeface="+mj-lt"/>
              </a:rPr>
              <a:t>Vertical Day View</a:t>
            </a:r>
            <a:r>
              <a:rPr lang="en-CA" sz="1600" b="0" i="0">
                <a:effectLst/>
                <a:latin typeface="+mj-lt"/>
              </a:rPr>
              <a:t>.</a:t>
            </a:r>
          </a:p>
          <a:p>
            <a:pPr marL="342900" lvl="0" indent="-342900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sz="1600" b="0" i="0">
                <a:effectLst/>
                <a:latin typeface="+mj-lt"/>
              </a:rPr>
              <a:t>Enable or manage automatic and manual schedule refresh options.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sz="1600" b="1" i="0">
                <a:effectLst/>
                <a:latin typeface="+mj-lt"/>
              </a:rPr>
              <a:t>3. Customize the Schedule View</a:t>
            </a:r>
            <a:endParaRPr lang="en-CA" sz="1600" b="0" i="0">
              <a:effectLst/>
              <a:latin typeface="+mj-lt"/>
            </a:endParaRPr>
          </a:p>
          <a:p>
            <a:pPr fontAlgn="t">
              <a:lnSpc>
                <a:spcPct val="119048"/>
              </a:lnSpc>
              <a:buNone/>
            </a:pPr>
            <a:r>
              <a:rPr lang="en-CA" sz="1600" b="0" i="0">
                <a:effectLst/>
                <a:latin typeface="+mj-lt"/>
              </a:rPr>
              <a:t>Use the available view controls to customize how session cards are displayed.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sz="1600" b="0" i="0">
                <a:effectLst/>
                <a:latin typeface="+mj-lt"/>
              </a:rPr>
              <a:t>The background color of each session card indicates its status. For example, </a:t>
            </a:r>
            <a:r>
              <a:rPr lang="en-CA" sz="1600" b="1" i="0">
                <a:effectLst/>
                <a:latin typeface="+mj-lt"/>
              </a:rPr>
              <a:t>green</a:t>
            </a:r>
            <a:r>
              <a:rPr lang="en-CA" sz="1600" b="0" i="0">
                <a:effectLst/>
                <a:latin typeface="+mj-lt"/>
              </a:rPr>
              <a:t> represents a </a:t>
            </a:r>
            <a:r>
              <a:rPr lang="en-CA" sz="1600" b="1" i="0">
                <a:effectLst/>
                <a:latin typeface="+mj-lt"/>
              </a:rPr>
              <a:t>Completed</a:t>
            </a:r>
            <a:r>
              <a:rPr lang="en-CA" sz="1600" b="0" i="0">
                <a:effectLst/>
                <a:latin typeface="+mj-lt"/>
              </a:rPr>
              <a:t> session. Refer to the </a:t>
            </a:r>
            <a:r>
              <a:rPr lang="en-CA" sz="1600" b="1" i="0">
                <a:effectLst/>
                <a:latin typeface="+mj-lt"/>
              </a:rPr>
              <a:t>Legend</a:t>
            </a:r>
            <a:r>
              <a:rPr lang="en-CA" sz="1600" b="0" i="0">
                <a:effectLst/>
                <a:latin typeface="+mj-lt"/>
              </a:rPr>
              <a:t> for the full list of status colors and their meanings.</a:t>
            </a:r>
          </a:p>
        </p:txBody>
      </p:sp>
    </p:spTree>
    <p:extLst>
      <p:ext uri="{BB962C8B-B14F-4D97-AF65-F5344CB8AC3E}">
        <p14:creationId xmlns:p14="http://schemas.microsoft.com/office/powerpoint/2010/main" val="3095448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D4C72-D431-B516-6539-BF161984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7BF8AD8-0058-D3F8-F5E3-FDAD4DF248D1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13928DC-09F8-2B2E-3BB5-FD510B4A85C0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5BDC50F-4A70-73C4-BE10-5438547897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2AEC0B7-E01F-FBF6-3440-7575568CA261}"/>
              </a:ext>
            </a:extLst>
          </p:cNvPr>
          <p:cNvSpPr txBox="1"/>
          <p:nvPr/>
        </p:nvSpPr>
        <p:spPr>
          <a:xfrm>
            <a:off x="340365" y="411480"/>
            <a:ext cx="5549447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rPr lang="en-US" dirty="0"/>
              <a:t>MY SCHEDULE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rPr lang="en-US" dirty="0"/>
              <a:t>Opening a Session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D8B895-F28A-C7C9-9213-C55FCDAFA1A0}"/>
              </a:ext>
            </a:extLst>
          </p:cNvPr>
          <p:cNvSpPr txBox="1"/>
          <p:nvPr/>
        </p:nvSpPr>
        <p:spPr>
          <a:xfrm>
            <a:off x="322634" y="1371485"/>
            <a:ext cx="5136872" cy="4608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19048"/>
              </a:lnSpc>
              <a:buNone/>
            </a:pPr>
            <a:r>
              <a:rPr lang="en-CA" b="1" dirty="0">
                <a:latin typeface="+mj-lt"/>
              </a:rPr>
              <a:t>1. Open a Session</a:t>
            </a:r>
            <a:endParaRPr lang="en-CA" dirty="0">
              <a:latin typeface="+mj-lt"/>
            </a:endParaRPr>
          </a:p>
          <a:p>
            <a:pPr fontAlgn="t">
              <a:lnSpc>
                <a:spcPct val="119048"/>
              </a:lnSpc>
              <a:buNone/>
            </a:pPr>
            <a:r>
              <a:rPr lang="en-CA" dirty="0">
                <a:latin typeface="+mj-lt"/>
              </a:rPr>
              <a:t>Click any </a:t>
            </a:r>
            <a:r>
              <a:rPr lang="en-CA" b="1" dirty="0">
                <a:latin typeface="+mj-lt"/>
              </a:rPr>
              <a:t>session card</a:t>
            </a:r>
            <a:r>
              <a:rPr lang="en-CA" dirty="0">
                <a:latin typeface="+mj-lt"/>
              </a:rPr>
              <a:t> to open its </a:t>
            </a:r>
            <a:r>
              <a:rPr lang="en-CA" b="1" dirty="0">
                <a:latin typeface="+mj-lt"/>
              </a:rPr>
              <a:t>Manage Session</a:t>
            </a:r>
            <a:r>
              <a:rPr lang="en-CA" dirty="0">
                <a:latin typeface="+mj-lt"/>
              </a:rPr>
              <a:t> page.</a:t>
            </a:r>
          </a:p>
          <a:p>
            <a:pPr fontAlgn="t">
              <a:lnSpc>
                <a:spcPct val="119048"/>
              </a:lnSpc>
              <a:spcAft>
                <a:spcPts val="1800"/>
              </a:spcAft>
              <a:buNone/>
            </a:pPr>
            <a:r>
              <a:rPr lang="en-CA" dirty="0">
                <a:latin typeface="+mj-lt"/>
              </a:rPr>
              <a:t>To do this, hover over the session card and left-click anywhere on it.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b="1" dirty="0">
                <a:latin typeface="+mj-lt"/>
              </a:rPr>
              <a:t>2. Additional Options</a:t>
            </a:r>
            <a:endParaRPr lang="en-CA" dirty="0">
              <a:latin typeface="+mj-lt"/>
            </a:endParaRPr>
          </a:p>
          <a:p>
            <a:pPr fontAlgn="t">
              <a:lnSpc>
                <a:spcPct val="119048"/>
              </a:lnSpc>
              <a:buNone/>
            </a:pPr>
            <a:r>
              <a:rPr lang="en-CA" dirty="0">
                <a:latin typeface="+mj-lt"/>
              </a:rPr>
              <a:t>Right-click a session card to access more options. From the menu, click the </a:t>
            </a:r>
            <a:r>
              <a:rPr lang="en-CA" b="1" dirty="0">
                <a:latin typeface="+mj-lt"/>
              </a:rPr>
              <a:t>square icon</a:t>
            </a:r>
            <a:r>
              <a:rPr lang="en-CA" dirty="0">
                <a:latin typeface="+mj-lt"/>
              </a:rPr>
              <a:t> below the class name to open the session.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dirty="0">
                <a:latin typeface="+mj-lt"/>
              </a:rPr>
              <a:t>You can also:</a:t>
            </a:r>
          </a:p>
          <a:p>
            <a:pPr marL="342900" lvl="0" indent="-342900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Click the </a:t>
            </a:r>
            <a:r>
              <a:rPr lang="en-CA" b="1" dirty="0" err="1">
                <a:latin typeface="+mj-lt"/>
              </a:rPr>
              <a:t>i</a:t>
            </a:r>
            <a:r>
              <a:rPr lang="en-CA" dirty="0">
                <a:latin typeface="+mj-lt"/>
              </a:rPr>
              <a:t> icon to view session details.</a:t>
            </a:r>
          </a:p>
          <a:p>
            <a:pPr marL="342900" lvl="0" indent="-342900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Open the </a:t>
            </a:r>
            <a:r>
              <a:rPr lang="en-CA" b="1" dirty="0">
                <a:latin typeface="+mj-lt"/>
              </a:rPr>
              <a:t>Attendance List</a:t>
            </a:r>
            <a:r>
              <a:rPr lang="en-CA" dirty="0">
                <a:latin typeface="+mj-lt"/>
              </a:rPr>
              <a:t> for the session.</a:t>
            </a:r>
          </a:p>
          <a:p>
            <a:pPr marL="342900" lvl="0" indent="-342900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View the </a:t>
            </a:r>
            <a:r>
              <a:rPr lang="en-CA" b="1" dirty="0">
                <a:latin typeface="+mj-lt"/>
              </a:rPr>
              <a:t>Enrollment List</a:t>
            </a:r>
            <a:r>
              <a:rPr lang="en-CA" dirty="0">
                <a:latin typeface="+mj-lt"/>
              </a:rPr>
              <a:t> for the session.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45683F4-B11A-63BA-448D-4F4AD21649A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1286" r="22663"/>
          <a:stretch>
            <a:fillRect/>
          </a:stretch>
        </p:blipFill>
        <p:spPr>
          <a:xfrm>
            <a:off x="5985488" y="85945"/>
            <a:ext cx="6049009" cy="5102715"/>
          </a:xfrm>
          <a:custGeom>
            <a:avLst/>
            <a:gdLst>
              <a:gd name="csX0" fmla="*/ 0 w 6049009"/>
              <a:gd name="csY0" fmla="*/ 0 h 5102715"/>
              <a:gd name="csX1" fmla="*/ 610400 w 6049009"/>
              <a:gd name="csY1" fmla="*/ 0 h 5102715"/>
              <a:gd name="csX2" fmla="*/ 1160310 w 6049009"/>
              <a:gd name="csY2" fmla="*/ 0 h 5102715"/>
              <a:gd name="csX3" fmla="*/ 1710220 w 6049009"/>
              <a:gd name="csY3" fmla="*/ 0 h 5102715"/>
              <a:gd name="csX4" fmla="*/ 2320620 w 6049009"/>
              <a:gd name="csY4" fmla="*/ 0 h 5102715"/>
              <a:gd name="csX5" fmla="*/ 2810040 w 6049009"/>
              <a:gd name="csY5" fmla="*/ 0 h 5102715"/>
              <a:gd name="csX6" fmla="*/ 3178479 w 6049009"/>
              <a:gd name="csY6" fmla="*/ 0 h 5102715"/>
              <a:gd name="csX7" fmla="*/ 3607409 w 6049009"/>
              <a:gd name="csY7" fmla="*/ 0 h 5102715"/>
              <a:gd name="csX8" fmla="*/ 4157319 w 6049009"/>
              <a:gd name="csY8" fmla="*/ 0 h 5102715"/>
              <a:gd name="csX9" fmla="*/ 4525759 w 6049009"/>
              <a:gd name="csY9" fmla="*/ 0 h 5102715"/>
              <a:gd name="csX10" fmla="*/ 4954688 w 6049009"/>
              <a:gd name="csY10" fmla="*/ 0 h 5102715"/>
              <a:gd name="csX11" fmla="*/ 5323128 w 6049009"/>
              <a:gd name="csY11" fmla="*/ 0 h 5102715"/>
              <a:gd name="csX12" fmla="*/ 6049009 w 6049009"/>
              <a:gd name="csY12" fmla="*/ 0 h 5102715"/>
              <a:gd name="csX13" fmla="*/ 6049009 w 6049009"/>
              <a:gd name="csY13" fmla="*/ 669023 h 5102715"/>
              <a:gd name="csX14" fmla="*/ 6049009 w 6049009"/>
              <a:gd name="csY14" fmla="*/ 1184964 h 5102715"/>
              <a:gd name="csX15" fmla="*/ 6049009 w 6049009"/>
              <a:gd name="csY15" fmla="*/ 1649878 h 5102715"/>
              <a:gd name="csX16" fmla="*/ 6049009 w 6049009"/>
              <a:gd name="csY16" fmla="*/ 2267873 h 5102715"/>
              <a:gd name="csX17" fmla="*/ 6049009 w 6049009"/>
              <a:gd name="csY17" fmla="*/ 2834842 h 5102715"/>
              <a:gd name="csX18" fmla="*/ 6049009 w 6049009"/>
              <a:gd name="csY18" fmla="*/ 3299756 h 5102715"/>
              <a:gd name="csX19" fmla="*/ 6049009 w 6049009"/>
              <a:gd name="csY19" fmla="*/ 3968778 h 5102715"/>
              <a:gd name="csX20" fmla="*/ 6049009 w 6049009"/>
              <a:gd name="csY20" fmla="*/ 5102715 h 5102715"/>
              <a:gd name="csX21" fmla="*/ 5438609 w 6049009"/>
              <a:gd name="csY21" fmla="*/ 5102715 h 5102715"/>
              <a:gd name="csX22" fmla="*/ 4828209 w 6049009"/>
              <a:gd name="csY22" fmla="*/ 5102715 h 5102715"/>
              <a:gd name="csX23" fmla="*/ 4399279 w 6049009"/>
              <a:gd name="csY23" fmla="*/ 5102715 h 5102715"/>
              <a:gd name="csX24" fmla="*/ 3849369 w 6049009"/>
              <a:gd name="csY24" fmla="*/ 5102715 h 5102715"/>
              <a:gd name="csX25" fmla="*/ 3178479 w 6049009"/>
              <a:gd name="csY25" fmla="*/ 5102715 h 5102715"/>
              <a:gd name="csX26" fmla="*/ 2810040 w 6049009"/>
              <a:gd name="csY26" fmla="*/ 5102715 h 5102715"/>
              <a:gd name="csX27" fmla="*/ 2381110 w 6049009"/>
              <a:gd name="csY27" fmla="*/ 5102715 h 5102715"/>
              <a:gd name="csX28" fmla="*/ 1770710 w 6049009"/>
              <a:gd name="csY28" fmla="*/ 5102715 h 5102715"/>
              <a:gd name="csX29" fmla="*/ 1281290 w 6049009"/>
              <a:gd name="csY29" fmla="*/ 5102715 h 5102715"/>
              <a:gd name="csX30" fmla="*/ 791870 w 6049009"/>
              <a:gd name="csY30" fmla="*/ 5102715 h 5102715"/>
              <a:gd name="csX31" fmla="*/ 0 w 6049009"/>
              <a:gd name="csY31" fmla="*/ 5102715 h 5102715"/>
              <a:gd name="csX32" fmla="*/ 0 w 6049009"/>
              <a:gd name="csY32" fmla="*/ 4535747 h 5102715"/>
              <a:gd name="csX33" fmla="*/ 0 w 6049009"/>
              <a:gd name="csY33" fmla="*/ 3917751 h 5102715"/>
              <a:gd name="csX34" fmla="*/ 0 w 6049009"/>
              <a:gd name="csY34" fmla="*/ 3503864 h 5102715"/>
              <a:gd name="csX35" fmla="*/ 0 w 6049009"/>
              <a:gd name="csY35" fmla="*/ 2834842 h 5102715"/>
              <a:gd name="csX36" fmla="*/ 0 w 6049009"/>
              <a:gd name="csY36" fmla="*/ 2369928 h 5102715"/>
              <a:gd name="csX37" fmla="*/ 0 w 6049009"/>
              <a:gd name="csY37" fmla="*/ 1905014 h 5102715"/>
              <a:gd name="csX38" fmla="*/ 0 w 6049009"/>
              <a:gd name="csY38" fmla="*/ 1287018 h 5102715"/>
              <a:gd name="csX39" fmla="*/ 0 w 6049009"/>
              <a:gd name="csY39" fmla="*/ 669023 h 5102715"/>
              <a:gd name="csX40" fmla="*/ 0 w 6049009"/>
              <a:gd name="csY40" fmla="*/ 0 h 5102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6049009" h="5102715" fill="none" extrusionOk="0">
                <a:moveTo>
                  <a:pt x="0" y="0"/>
                </a:moveTo>
                <a:cubicBezTo>
                  <a:pt x="164724" y="-20026"/>
                  <a:pt x="349430" y="62118"/>
                  <a:pt x="610400" y="0"/>
                </a:cubicBezTo>
                <a:cubicBezTo>
                  <a:pt x="871370" y="-62118"/>
                  <a:pt x="1034288" y="24324"/>
                  <a:pt x="1160310" y="0"/>
                </a:cubicBezTo>
                <a:cubicBezTo>
                  <a:pt x="1286332" y="-24324"/>
                  <a:pt x="1474696" y="19355"/>
                  <a:pt x="1710220" y="0"/>
                </a:cubicBezTo>
                <a:cubicBezTo>
                  <a:pt x="1945744" y="-19355"/>
                  <a:pt x="2091325" y="58001"/>
                  <a:pt x="2320620" y="0"/>
                </a:cubicBezTo>
                <a:cubicBezTo>
                  <a:pt x="2549915" y="-58001"/>
                  <a:pt x="2649198" y="7880"/>
                  <a:pt x="2810040" y="0"/>
                </a:cubicBezTo>
                <a:cubicBezTo>
                  <a:pt x="2970882" y="-7880"/>
                  <a:pt x="3066531" y="15579"/>
                  <a:pt x="3178479" y="0"/>
                </a:cubicBezTo>
                <a:cubicBezTo>
                  <a:pt x="3290427" y="-15579"/>
                  <a:pt x="3417541" y="29055"/>
                  <a:pt x="3607409" y="0"/>
                </a:cubicBezTo>
                <a:cubicBezTo>
                  <a:pt x="3797277" y="-29055"/>
                  <a:pt x="3908139" y="33849"/>
                  <a:pt x="4157319" y="0"/>
                </a:cubicBezTo>
                <a:cubicBezTo>
                  <a:pt x="4406499" y="-33849"/>
                  <a:pt x="4370490" y="35186"/>
                  <a:pt x="4525759" y="0"/>
                </a:cubicBezTo>
                <a:cubicBezTo>
                  <a:pt x="4681028" y="-35186"/>
                  <a:pt x="4809088" y="10"/>
                  <a:pt x="4954688" y="0"/>
                </a:cubicBezTo>
                <a:cubicBezTo>
                  <a:pt x="5100288" y="-10"/>
                  <a:pt x="5190275" y="42394"/>
                  <a:pt x="5323128" y="0"/>
                </a:cubicBezTo>
                <a:cubicBezTo>
                  <a:pt x="5455981" y="-42394"/>
                  <a:pt x="5771258" y="81872"/>
                  <a:pt x="6049009" y="0"/>
                </a:cubicBezTo>
                <a:cubicBezTo>
                  <a:pt x="6077318" y="143194"/>
                  <a:pt x="5985536" y="485251"/>
                  <a:pt x="6049009" y="669023"/>
                </a:cubicBezTo>
                <a:cubicBezTo>
                  <a:pt x="6112482" y="852795"/>
                  <a:pt x="5994806" y="1010293"/>
                  <a:pt x="6049009" y="1184964"/>
                </a:cubicBezTo>
                <a:cubicBezTo>
                  <a:pt x="6103212" y="1359635"/>
                  <a:pt x="5994970" y="1472313"/>
                  <a:pt x="6049009" y="1649878"/>
                </a:cubicBezTo>
                <a:cubicBezTo>
                  <a:pt x="6103048" y="1827443"/>
                  <a:pt x="5982780" y="2027027"/>
                  <a:pt x="6049009" y="2267873"/>
                </a:cubicBezTo>
                <a:cubicBezTo>
                  <a:pt x="6115238" y="2508719"/>
                  <a:pt x="6006409" y="2671797"/>
                  <a:pt x="6049009" y="2834842"/>
                </a:cubicBezTo>
                <a:cubicBezTo>
                  <a:pt x="6091609" y="2997887"/>
                  <a:pt x="6036921" y="3172790"/>
                  <a:pt x="6049009" y="3299756"/>
                </a:cubicBezTo>
                <a:cubicBezTo>
                  <a:pt x="6061097" y="3426722"/>
                  <a:pt x="6022613" y="3720648"/>
                  <a:pt x="6049009" y="3968778"/>
                </a:cubicBezTo>
                <a:cubicBezTo>
                  <a:pt x="6075405" y="4216908"/>
                  <a:pt x="5945040" y="4825901"/>
                  <a:pt x="6049009" y="5102715"/>
                </a:cubicBezTo>
                <a:cubicBezTo>
                  <a:pt x="5885566" y="5141973"/>
                  <a:pt x="5737603" y="5092106"/>
                  <a:pt x="5438609" y="5102715"/>
                </a:cubicBezTo>
                <a:cubicBezTo>
                  <a:pt x="5139615" y="5113324"/>
                  <a:pt x="5021190" y="5087985"/>
                  <a:pt x="4828209" y="5102715"/>
                </a:cubicBezTo>
                <a:cubicBezTo>
                  <a:pt x="4635228" y="5117445"/>
                  <a:pt x="4515035" y="5056379"/>
                  <a:pt x="4399279" y="5102715"/>
                </a:cubicBezTo>
                <a:cubicBezTo>
                  <a:pt x="4283523" y="5149051"/>
                  <a:pt x="4053899" y="5039919"/>
                  <a:pt x="3849369" y="5102715"/>
                </a:cubicBezTo>
                <a:cubicBezTo>
                  <a:pt x="3644839" y="5165511"/>
                  <a:pt x="3510218" y="5101656"/>
                  <a:pt x="3178479" y="5102715"/>
                </a:cubicBezTo>
                <a:cubicBezTo>
                  <a:pt x="2846740" y="5103774"/>
                  <a:pt x="2948394" y="5093159"/>
                  <a:pt x="2810040" y="5102715"/>
                </a:cubicBezTo>
                <a:cubicBezTo>
                  <a:pt x="2671686" y="5112271"/>
                  <a:pt x="2548640" y="5070848"/>
                  <a:pt x="2381110" y="5102715"/>
                </a:cubicBezTo>
                <a:cubicBezTo>
                  <a:pt x="2213580" y="5134582"/>
                  <a:pt x="2003735" y="5066239"/>
                  <a:pt x="1770710" y="5102715"/>
                </a:cubicBezTo>
                <a:cubicBezTo>
                  <a:pt x="1537685" y="5139191"/>
                  <a:pt x="1442357" y="5073027"/>
                  <a:pt x="1281290" y="5102715"/>
                </a:cubicBezTo>
                <a:cubicBezTo>
                  <a:pt x="1120223" y="5132403"/>
                  <a:pt x="1022694" y="5077100"/>
                  <a:pt x="791870" y="5102715"/>
                </a:cubicBezTo>
                <a:cubicBezTo>
                  <a:pt x="561046" y="5128330"/>
                  <a:pt x="291076" y="5014929"/>
                  <a:pt x="0" y="5102715"/>
                </a:cubicBezTo>
                <a:cubicBezTo>
                  <a:pt x="-1793" y="4920856"/>
                  <a:pt x="57591" y="4668265"/>
                  <a:pt x="0" y="4535747"/>
                </a:cubicBezTo>
                <a:cubicBezTo>
                  <a:pt x="-57591" y="4403229"/>
                  <a:pt x="30461" y="4194577"/>
                  <a:pt x="0" y="3917751"/>
                </a:cubicBezTo>
                <a:cubicBezTo>
                  <a:pt x="-30461" y="3640925"/>
                  <a:pt x="40915" y="3668354"/>
                  <a:pt x="0" y="3503864"/>
                </a:cubicBezTo>
                <a:cubicBezTo>
                  <a:pt x="-40915" y="3339374"/>
                  <a:pt x="79756" y="3012600"/>
                  <a:pt x="0" y="2834842"/>
                </a:cubicBezTo>
                <a:cubicBezTo>
                  <a:pt x="-79756" y="2657084"/>
                  <a:pt x="43231" y="2477957"/>
                  <a:pt x="0" y="2369928"/>
                </a:cubicBezTo>
                <a:cubicBezTo>
                  <a:pt x="-43231" y="2261899"/>
                  <a:pt x="15470" y="2115221"/>
                  <a:pt x="0" y="1905014"/>
                </a:cubicBezTo>
                <a:cubicBezTo>
                  <a:pt x="-15470" y="1694807"/>
                  <a:pt x="44342" y="1544078"/>
                  <a:pt x="0" y="1287018"/>
                </a:cubicBezTo>
                <a:cubicBezTo>
                  <a:pt x="-44342" y="1029958"/>
                  <a:pt x="25702" y="948281"/>
                  <a:pt x="0" y="669023"/>
                </a:cubicBezTo>
                <a:cubicBezTo>
                  <a:pt x="-25702" y="389765"/>
                  <a:pt x="57306" y="243981"/>
                  <a:pt x="0" y="0"/>
                </a:cubicBezTo>
                <a:close/>
              </a:path>
              <a:path w="6049009" h="5102715" stroke="0" extrusionOk="0">
                <a:moveTo>
                  <a:pt x="0" y="0"/>
                </a:moveTo>
                <a:cubicBezTo>
                  <a:pt x="126020" y="-23238"/>
                  <a:pt x="222709" y="22720"/>
                  <a:pt x="428930" y="0"/>
                </a:cubicBezTo>
                <a:cubicBezTo>
                  <a:pt x="635151" y="-22720"/>
                  <a:pt x="871997" y="37740"/>
                  <a:pt x="1039330" y="0"/>
                </a:cubicBezTo>
                <a:cubicBezTo>
                  <a:pt x="1206663" y="-37740"/>
                  <a:pt x="1256043" y="40657"/>
                  <a:pt x="1407769" y="0"/>
                </a:cubicBezTo>
                <a:cubicBezTo>
                  <a:pt x="1559495" y="-40657"/>
                  <a:pt x="1842649" y="7354"/>
                  <a:pt x="2018169" y="0"/>
                </a:cubicBezTo>
                <a:cubicBezTo>
                  <a:pt x="2193689" y="-7354"/>
                  <a:pt x="2244519" y="38899"/>
                  <a:pt x="2447099" y="0"/>
                </a:cubicBezTo>
                <a:cubicBezTo>
                  <a:pt x="2649679" y="-38899"/>
                  <a:pt x="2732860" y="45765"/>
                  <a:pt x="2936519" y="0"/>
                </a:cubicBezTo>
                <a:cubicBezTo>
                  <a:pt x="3140178" y="-45765"/>
                  <a:pt x="3277198" y="42817"/>
                  <a:pt x="3365449" y="0"/>
                </a:cubicBezTo>
                <a:cubicBezTo>
                  <a:pt x="3453700" y="-42817"/>
                  <a:pt x="3618339" y="12082"/>
                  <a:pt x="3733888" y="0"/>
                </a:cubicBezTo>
                <a:cubicBezTo>
                  <a:pt x="3849437" y="-12082"/>
                  <a:pt x="4212137" y="20653"/>
                  <a:pt x="4344288" y="0"/>
                </a:cubicBezTo>
                <a:cubicBezTo>
                  <a:pt x="4476439" y="-20653"/>
                  <a:pt x="4670938" y="2424"/>
                  <a:pt x="4773218" y="0"/>
                </a:cubicBezTo>
                <a:cubicBezTo>
                  <a:pt x="4875498" y="-2424"/>
                  <a:pt x="5204945" y="23808"/>
                  <a:pt x="5323128" y="0"/>
                </a:cubicBezTo>
                <a:cubicBezTo>
                  <a:pt x="5441311" y="-23808"/>
                  <a:pt x="5807263" y="81768"/>
                  <a:pt x="6049009" y="0"/>
                </a:cubicBezTo>
                <a:cubicBezTo>
                  <a:pt x="6115399" y="251924"/>
                  <a:pt x="6030974" y="323510"/>
                  <a:pt x="6049009" y="617995"/>
                </a:cubicBezTo>
                <a:cubicBezTo>
                  <a:pt x="6067044" y="912480"/>
                  <a:pt x="6029438" y="891473"/>
                  <a:pt x="6049009" y="1082910"/>
                </a:cubicBezTo>
                <a:cubicBezTo>
                  <a:pt x="6068580" y="1274347"/>
                  <a:pt x="6023353" y="1359719"/>
                  <a:pt x="6049009" y="1598851"/>
                </a:cubicBezTo>
                <a:cubicBezTo>
                  <a:pt x="6074665" y="1837983"/>
                  <a:pt x="6044849" y="1840249"/>
                  <a:pt x="6049009" y="2063765"/>
                </a:cubicBezTo>
                <a:cubicBezTo>
                  <a:pt x="6053169" y="2287281"/>
                  <a:pt x="6023989" y="2461525"/>
                  <a:pt x="6049009" y="2681760"/>
                </a:cubicBezTo>
                <a:cubicBezTo>
                  <a:pt x="6074029" y="2901995"/>
                  <a:pt x="6029330" y="3021643"/>
                  <a:pt x="6049009" y="3146674"/>
                </a:cubicBezTo>
                <a:cubicBezTo>
                  <a:pt x="6068688" y="3271705"/>
                  <a:pt x="6025487" y="3446200"/>
                  <a:pt x="6049009" y="3560561"/>
                </a:cubicBezTo>
                <a:cubicBezTo>
                  <a:pt x="6072531" y="3674922"/>
                  <a:pt x="6010778" y="4078976"/>
                  <a:pt x="6049009" y="4229584"/>
                </a:cubicBezTo>
                <a:cubicBezTo>
                  <a:pt x="6087240" y="4380192"/>
                  <a:pt x="5973435" y="4669379"/>
                  <a:pt x="6049009" y="5102715"/>
                </a:cubicBezTo>
                <a:cubicBezTo>
                  <a:pt x="5875984" y="5180355"/>
                  <a:pt x="5559480" y="5045303"/>
                  <a:pt x="5378119" y="5102715"/>
                </a:cubicBezTo>
                <a:cubicBezTo>
                  <a:pt x="5196758" y="5160127"/>
                  <a:pt x="5151255" y="5093868"/>
                  <a:pt x="4949189" y="5102715"/>
                </a:cubicBezTo>
                <a:cubicBezTo>
                  <a:pt x="4747123" y="5111562"/>
                  <a:pt x="4702166" y="5080135"/>
                  <a:pt x="4580750" y="5102715"/>
                </a:cubicBezTo>
                <a:cubicBezTo>
                  <a:pt x="4459334" y="5125295"/>
                  <a:pt x="4209690" y="5073805"/>
                  <a:pt x="4030840" y="5102715"/>
                </a:cubicBezTo>
                <a:cubicBezTo>
                  <a:pt x="3851990" y="5131625"/>
                  <a:pt x="3596245" y="5101226"/>
                  <a:pt x="3420440" y="5102715"/>
                </a:cubicBezTo>
                <a:cubicBezTo>
                  <a:pt x="3244635" y="5104204"/>
                  <a:pt x="2935726" y="5039429"/>
                  <a:pt x="2749550" y="5102715"/>
                </a:cubicBezTo>
                <a:cubicBezTo>
                  <a:pt x="2563374" y="5166001"/>
                  <a:pt x="2456168" y="5063610"/>
                  <a:pt x="2320620" y="5102715"/>
                </a:cubicBezTo>
                <a:cubicBezTo>
                  <a:pt x="2185072" y="5141820"/>
                  <a:pt x="1872292" y="5028431"/>
                  <a:pt x="1649730" y="5102715"/>
                </a:cubicBezTo>
                <a:cubicBezTo>
                  <a:pt x="1427168" y="5176999"/>
                  <a:pt x="1126493" y="5044941"/>
                  <a:pt x="978840" y="5102715"/>
                </a:cubicBezTo>
                <a:cubicBezTo>
                  <a:pt x="831187" y="5160489"/>
                  <a:pt x="715331" y="5065990"/>
                  <a:pt x="549910" y="5102715"/>
                </a:cubicBezTo>
                <a:cubicBezTo>
                  <a:pt x="384489" y="5139440"/>
                  <a:pt x="269397" y="5057012"/>
                  <a:pt x="0" y="5102715"/>
                </a:cubicBezTo>
                <a:cubicBezTo>
                  <a:pt x="-19471" y="4897742"/>
                  <a:pt x="40561" y="4741391"/>
                  <a:pt x="0" y="4586774"/>
                </a:cubicBezTo>
                <a:cubicBezTo>
                  <a:pt x="-40561" y="4432157"/>
                  <a:pt x="41523" y="4239750"/>
                  <a:pt x="0" y="4121860"/>
                </a:cubicBezTo>
                <a:cubicBezTo>
                  <a:pt x="-41523" y="4003970"/>
                  <a:pt x="28130" y="3599758"/>
                  <a:pt x="0" y="3452837"/>
                </a:cubicBezTo>
                <a:cubicBezTo>
                  <a:pt x="-28130" y="3305916"/>
                  <a:pt x="22249" y="2989593"/>
                  <a:pt x="0" y="2834842"/>
                </a:cubicBezTo>
                <a:cubicBezTo>
                  <a:pt x="-22249" y="2680091"/>
                  <a:pt x="4151" y="2504245"/>
                  <a:pt x="0" y="2369928"/>
                </a:cubicBezTo>
                <a:cubicBezTo>
                  <a:pt x="-4151" y="2235611"/>
                  <a:pt x="43767" y="1937156"/>
                  <a:pt x="0" y="1751932"/>
                </a:cubicBezTo>
                <a:cubicBezTo>
                  <a:pt x="-43767" y="1566708"/>
                  <a:pt x="40202" y="1339282"/>
                  <a:pt x="0" y="1184964"/>
                </a:cubicBezTo>
                <a:cubicBezTo>
                  <a:pt x="-40202" y="1030646"/>
                  <a:pt x="19060" y="887483"/>
                  <a:pt x="0" y="771077"/>
                </a:cubicBezTo>
                <a:cubicBezTo>
                  <a:pt x="-19060" y="654671"/>
                  <a:pt x="36731" y="311850"/>
                  <a:pt x="0" y="0"/>
                </a:cubicBezTo>
                <a:close/>
              </a:path>
            </a:pathLst>
          </a:custGeom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4097953851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</p:pic>
      <p:sp>
        <p:nvSpPr>
          <p:cNvPr id="24" name="Star: 8 Points 23">
            <a:extLst>
              <a:ext uri="{FF2B5EF4-FFF2-40B4-BE49-F238E27FC236}">
                <a16:creationId xmlns:a16="http://schemas.microsoft.com/office/drawing/2014/main" id="{AC2CEAE3-368D-F57C-F0AB-FF498B38BDC4}"/>
              </a:ext>
            </a:extLst>
          </p:cNvPr>
          <p:cNvSpPr/>
          <p:nvPr/>
        </p:nvSpPr>
        <p:spPr>
          <a:xfrm>
            <a:off x="7309208" y="834092"/>
            <a:ext cx="382621" cy="311284"/>
          </a:xfrm>
          <a:prstGeom prst="star8">
            <a:avLst/>
          </a:prstGeom>
          <a:noFill/>
          <a:ln w="28575">
            <a:solidFill>
              <a:srgbClr val="FA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934975-9295-FAD4-84EF-66AF4F0B202A}"/>
              </a:ext>
            </a:extLst>
          </p:cNvPr>
          <p:cNvSpPr/>
          <p:nvPr/>
        </p:nvSpPr>
        <p:spPr>
          <a:xfrm>
            <a:off x="7620146" y="1213248"/>
            <a:ext cx="977118" cy="93871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703F22-711F-2E4B-1C4F-0054E4F250A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417" b="12416"/>
          <a:stretch>
            <a:fillRect/>
          </a:stretch>
        </p:blipFill>
        <p:spPr>
          <a:xfrm>
            <a:off x="5574361" y="2294221"/>
            <a:ext cx="5972180" cy="4436834"/>
          </a:xfrm>
          <a:custGeom>
            <a:avLst/>
            <a:gdLst>
              <a:gd name="csX0" fmla="*/ 0 w 5972180"/>
              <a:gd name="csY0" fmla="*/ 0 h 4436834"/>
              <a:gd name="csX1" fmla="*/ 597218 w 5972180"/>
              <a:gd name="csY1" fmla="*/ 0 h 4436834"/>
              <a:gd name="csX2" fmla="*/ 1254158 w 5972180"/>
              <a:gd name="csY2" fmla="*/ 0 h 4436834"/>
              <a:gd name="csX3" fmla="*/ 1970819 w 5972180"/>
              <a:gd name="csY3" fmla="*/ 0 h 4436834"/>
              <a:gd name="csX4" fmla="*/ 2508316 w 5972180"/>
              <a:gd name="csY4" fmla="*/ 0 h 4436834"/>
              <a:gd name="csX5" fmla="*/ 3045812 w 5972180"/>
              <a:gd name="csY5" fmla="*/ 0 h 4436834"/>
              <a:gd name="csX6" fmla="*/ 3583308 w 5972180"/>
              <a:gd name="csY6" fmla="*/ 0 h 4436834"/>
              <a:gd name="csX7" fmla="*/ 4299970 w 5972180"/>
              <a:gd name="csY7" fmla="*/ 0 h 4436834"/>
              <a:gd name="csX8" fmla="*/ 4777744 w 5972180"/>
              <a:gd name="csY8" fmla="*/ 0 h 4436834"/>
              <a:gd name="csX9" fmla="*/ 5255518 w 5972180"/>
              <a:gd name="csY9" fmla="*/ 0 h 4436834"/>
              <a:gd name="csX10" fmla="*/ 5972180 w 5972180"/>
              <a:gd name="csY10" fmla="*/ 0 h 4436834"/>
              <a:gd name="csX11" fmla="*/ 5972180 w 5972180"/>
              <a:gd name="csY11" fmla="*/ 510236 h 4436834"/>
              <a:gd name="csX12" fmla="*/ 5972180 w 5972180"/>
              <a:gd name="csY12" fmla="*/ 1064840 h 4436834"/>
              <a:gd name="csX13" fmla="*/ 5972180 w 5972180"/>
              <a:gd name="csY13" fmla="*/ 1619444 h 4436834"/>
              <a:gd name="csX14" fmla="*/ 5972180 w 5972180"/>
              <a:gd name="csY14" fmla="*/ 2040944 h 4436834"/>
              <a:gd name="csX15" fmla="*/ 5972180 w 5972180"/>
              <a:gd name="csY15" fmla="*/ 2462443 h 4436834"/>
              <a:gd name="csX16" fmla="*/ 5972180 w 5972180"/>
              <a:gd name="csY16" fmla="*/ 3017047 h 4436834"/>
              <a:gd name="csX17" fmla="*/ 5972180 w 5972180"/>
              <a:gd name="csY17" fmla="*/ 3527283 h 4436834"/>
              <a:gd name="csX18" fmla="*/ 5972180 w 5972180"/>
              <a:gd name="csY18" fmla="*/ 4436834 h 4436834"/>
              <a:gd name="csX19" fmla="*/ 5374962 w 5972180"/>
              <a:gd name="csY19" fmla="*/ 4436834 h 4436834"/>
              <a:gd name="csX20" fmla="*/ 4837466 w 5972180"/>
              <a:gd name="csY20" fmla="*/ 4436834 h 4436834"/>
              <a:gd name="csX21" fmla="*/ 4120804 w 5972180"/>
              <a:gd name="csY21" fmla="*/ 4436834 h 4436834"/>
              <a:gd name="csX22" fmla="*/ 3463864 w 5972180"/>
              <a:gd name="csY22" fmla="*/ 4436834 h 4436834"/>
              <a:gd name="csX23" fmla="*/ 2926368 w 5972180"/>
              <a:gd name="csY23" fmla="*/ 4436834 h 4436834"/>
              <a:gd name="csX24" fmla="*/ 2508316 w 5972180"/>
              <a:gd name="csY24" fmla="*/ 4436834 h 4436834"/>
              <a:gd name="csX25" fmla="*/ 1851376 w 5972180"/>
              <a:gd name="csY25" fmla="*/ 4436834 h 4436834"/>
              <a:gd name="csX26" fmla="*/ 1313880 w 5972180"/>
              <a:gd name="csY26" fmla="*/ 4436834 h 4436834"/>
              <a:gd name="csX27" fmla="*/ 597218 w 5972180"/>
              <a:gd name="csY27" fmla="*/ 4436834 h 4436834"/>
              <a:gd name="csX28" fmla="*/ 0 w 5972180"/>
              <a:gd name="csY28" fmla="*/ 4436834 h 4436834"/>
              <a:gd name="csX29" fmla="*/ 0 w 5972180"/>
              <a:gd name="csY29" fmla="*/ 3926598 h 4436834"/>
              <a:gd name="csX30" fmla="*/ 0 w 5972180"/>
              <a:gd name="csY30" fmla="*/ 3505099 h 4436834"/>
              <a:gd name="csX31" fmla="*/ 0 w 5972180"/>
              <a:gd name="csY31" fmla="*/ 2994863 h 4436834"/>
              <a:gd name="csX32" fmla="*/ 0 w 5972180"/>
              <a:gd name="csY32" fmla="*/ 2395890 h 4436834"/>
              <a:gd name="csX33" fmla="*/ 0 w 5972180"/>
              <a:gd name="csY33" fmla="*/ 1885654 h 4436834"/>
              <a:gd name="csX34" fmla="*/ 0 w 5972180"/>
              <a:gd name="csY34" fmla="*/ 1464155 h 4436834"/>
              <a:gd name="csX35" fmla="*/ 0 w 5972180"/>
              <a:gd name="csY35" fmla="*/ 998288 h 4436834"/>
              <a:gd name="csX36" fmla="*/ 0 w 5972180"/>
              <a:gd name="csY36" fmla="*/ 0 h 44368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5972180" h="4436834" fill="none" extrusionOk="0">
                <a:moveTo>
                  <a:pt x="0" y="0"/>
                </a:moveTo>
                <a:cubicBezTo>
                  <a:pt x="145011" y="-25683"/>
                  <a:pt x="445036" y="48613"/>
                  <a:pt x="597218" y="0"/>
                </a:cubicBezTo>
                <a:cubicBezTo>
                  <a:pt x="749400" y="-48613"/>
                  <a:pt x="956086" y="39235"/>
                  <a:pt x="1254158" y="0"/>
                </a:cubicBezTo>
                <a:cubicBezTo>
                  <a:pt x="1552230" y="-39235"/>
                  <a:pt x="1790735" y="45546"/>
                  <a:pt x="1970819" y="0"/>
                </a:cubicBezTo>
                <a:cubicBezTo>
                  <a:pt x="2150903" y="-45546"/>
                  <a:pt x="2261490" y="48831"/>
                  <a:pt x="2508316" y="0"/>
                </a:cubicBezTo>
                <a:cubicBezTo>
                  <a:pt x="2755142" y="-48831"/>
                  <a:pt x="2858151" y="34475"/>
                  <a:pt x="3045812" y="0"/>
                </a:cubicBezTo>
                <a:cubicBezTo>
                  <a:pt x="3233473" y="-34475"/>
                  <a:pt x="3361241" y="32403"/>
                  <a:pt x="3583308" y="0"/>
                </a:cubicBezTo>
                <a:cubicBezTo>
                  <a:pt x="3805375" y="-32403"/>
                  <a:pt x="4056075" y="25906"/>
                  <a:pt x="4299970" y="0"/>
                </a:cubicBezTo>
                <a:cubicBezTo>
                  <a:pt x="4543865" y="-25906"/>
                  <a:pt x="4644098" y="19710"/>
                  <a:pt x="4777744" y="0"/>
                </a:cubicBezTo>
                <a:cubicBezTo>
                  <a:pt x="4911390" y="-19710"/>
                  <a:pt x="5150109" y="29058"/>
                  <a:pt x="5255518" y="0"/>
                </a:cubicBezTo>
                <a:cubicBezTo>
                  <a:pt x="5360927" y="-29058"/>
                  <a:pt x="5701397" y="6442"/>
                  <a:pt x="5972180" y="0"/>
                </a:cubicBezTo>
                <a:cubicBezTo>
                  <a:pt x="5989997" y="240102"/>
                  <a:pt x="5913802" y="265956"/>
                  <a:pt x="5972180" y="510236"/>
                </a:cubicBezTo>
                <a:cubicBezTo>
                  <a:pt x="6030558" y="754516"/>
                  <a:pt x="5945718" y="814208"/>
                  <a:pt x="5972180" y="1064840"/>
                </a:cubicBezTo>
                <a:cubicBezTo>
                  <a:pt x="5998642" y="1315472"/>
                  <a:pt x="5943202" y="1393433"/>
                  <a:pt x="5972180" y="1619444"/>
                </a:cubicBezTo>
                <a:cubicBezTo>
                  <a:pt x="6001158" y="1845455"/>
                  <a:pt x="5936291" y="1857407"/>
                  <a:pt x="5972180" y="2040944"/>
                </a:cubicBezTo>
                <a:cubicBezTo>
                  <a:pt x="6008069" y="2224481"/>
                  <a:pt x="5935602" y="2261855"/>
                  <a:pt x="5972180" y="2462443"/>
                </a:cubicBezTo>
                <a:cubicBezTo>
                  <a:pt x="6008758" y="2663031"/>
                  <a:pt x="5921881" y="2840696"/>
                  <a:pt x="5972180" y="3017047"/>
                </a:cubicBezTo>
                <a:cubicBezTo>
                  <a:pt x="6022479" y="3193398"/>
                  <a:pt x="5954237" y="3325550"/>
                  <a:pt x="5972180" y="3527283"/>
                </a:cubicBezTo>
                <a:cubicBezTo>
                  <a:pt x="5990123" y="3729016"/>
                  <a:pt x="5965477" y="4073023"/>
                  <a:pt x="5972180" y="4436834"/>
                </a:cubicBezTo>
                <a:cubicBezTo>
                  <a:pt x="5740240" y="4497540"/>
                  <a:pt x="5670808" y="4424448"/>
                  <a:pt x="5374962" y="4436834"/>
                </a:cubicBezTo>
                <a:cubicBezTo>
                  <a:pt x="5079116" y="4449220"/>
                  <a:pt x="4959179" y="4375822"/>
                  <a:pt x="4837466" y="4436834"/>
                </a:cubicBezTo>
                <a:cubicBezTo>
                  <a:pt x="4715753" y="4497846"/>
                  <a:pt x="4300093" y="4431541"/>
                  <a:pt x="4120804" y="4436834"/>
                </a:cubicBezTo>
                <a:cubicBezTo>
                  <a:pt x="3941515" y="4442127"/>
                  <a:pt x="3774630" y="4411668"/>
                  <a:pt x="3463864" y="4436834"/>
                </a:cubicBezTo>
                <a:cubicBezTo>
                  <a:pt x="3153098" y="4462000"/>
                  <a:pt x="3130912" y="4427426"/>
                  <a:pt x="2926368" y="4436834"/>
                </a:cubicBezTo>
                <a:cubicBezTo>
                  <a:pt x="2721824" y="4446242"/>
                  <a:pt x="2620047" y="4401864"/>
                  <a:pt x="2508316" y="4436834"/>
                </a:cubicBezTo>
                <a:cubicBezTo>
                  <a:pt x="2396585" y="4471804"/>
                  <a:pt x="2066598" y="4366401"/>
                  <a:pt x="1851376" y="4436834"/>
                </a:cubicBezTo>
                <a:cubicBezTo>
                  <a:pt x="1636154" y="4507267"/>
                  <a:pt x="1480908" y="4390646"/>
                  <a:pt x="1313880" y="4436834"/>
                </a:cubicBezTo>
                <a:cubicBezTo>
                  <a:pt x="1146852" y="4483022"/>
                  <a:pt x="741661" y="4416821"/>
                  <a:pt x="597218" y="4436834"/>
                </a:cubicBezTo>
                <a:cubicBezTo>
                  <a:pt x="452775" y="4456847"/>
                  <a:pt x="255873" y="4420315"/>
                  <a:pt x="0" y="4436834"/>
                </a:cubicBezTo>
                <a:cubicBezTo>
                  <a:pt x="-16553" y="4223556"/>
                  <a:pt x="6544" y="4032716"/>
                  <a:pt x="0" y="3926598"/>
                </a:cubicBezTo>
                <a:cubicBezTo>
                  <a:pt x="-6544" y="3820480"/>
                  <a:pt x="25564" y="3683887"/>
                  <a:pt x="0" y="3505099"/>
                </a:cubicBezTo>
                <a:cubicBezTo>
                  <a:pt x="-25564" y="3326311"/>
                  <a:pt x="9257" y="3148018"/>
                  <a:pt x="0" y="2994863"/>
                </a:cubicBezTo>
                <a:cubicBezTo>
                  <a:pt x="-9257" y="2841708"/>
                  <a:pt x="15301" y="2662054"/>
                  <a:pt x="0" y="2395890"/>
                </a:cubicBezTo>
                <a:cubicBezTo>
                  <a:pt x="-15301" y="2129726"/>
                  <a:pt x="35943" y="2110907"/>
                  <a:pt x="0" y="1885654"/>
                </a:cubicBezTo>
                <a:cubicBezTo>
                  <a:pt x="-35943" y="1660401"/>
                  <a:pt x="49185" y="1556339"/>
                  <a:pt x="0" y="1464155"/>
                </a:cubicBezTo>
                <a:cubicBezTo>
                  <a:pt x="-49185" y="1371971"/>
                  <a:pt x="53572" y="1151855"/>
                  <a:pt x="0" y="998288"/>
                </a:cubicBezTo>
                <a:cubicBezTo>
                  <a:pt x="-53572" y="844721"/>
                  <a:pt x="499" y="312515"/>
                  <a:pt x="0" y="0"/>
                </a:cubicBezTo>
                <a:close/>
              </a:path>
              <a:path w="5972180" h="4436834" stroke="0" extrusionOk="0">
                <a:moveTo>
                  <a:pt x="0" y="0"/>
                </a:moveTo>
                <a:cubicBezTo>
                  <a:pt x="148769" y="-33502"/>
                  <a:pt x="252068" y="2747"/>
                  <a:pt x="477774" y="0"/>
                </a:cubicBezTo>
                <a:cubicBezTo>
                  <a:pt x="703480" y="-2747"/>
                  <a:pt x="944152" y="19557"/>
                  <a:pt x="1134714" y="0"/>
                </a:cubicBezTo>
                <a:cubicBezTo>
                  <a:pt x="1325276" y="-19557"/>
                  <a:pt x="1585254" y="81681"/>
                  <a:pt x="1851376" y="0"/>
                </a:cubicBezTo>
                <a:cubicBezTo>
                  <a:pt x="2117498" y="-81681"/>
                  <a:pt x="2161086" y="45619"/>
                  <a:pt x="2269428" y="0"/>
                </a:cubicBezTo>
                <a:cubicBezTo>
                  <a:pt x="2377770" y="-45619"/>
                  <a:pt x="2758531" y="49188"/>
                  <a:pt x="2986090" y="0"/>
                </a:cubicBezTo>
                <a:cubicBezTo>
                  <a:pt x="3213649" y="-49188"/>
                  <a:pt x="3263635" y="2985"/>
                  <a:pt x="3463864" y="0"/>
                </a:cubicBezTo>
                <a:cubicBezTo>
                  <a:pt x="3664093" y="-2985"/>
                  <a:pt x="3708421" y="21310"/>
                  <a:pt x="3881917" y="0"/>
                </a:cubicBezTo>
                <a:cubicBezTo>
                  <a:pt x="4055413" y="-21310"/>
                  <a:pt x="4152906" y="27209"/>
                  <a:pt x="4359691" y="0"/>
                </a:cubicBezTo>
                <a:cubicBezTo>
                  <a:pt x="4566476" y="-27209"/>
                  <a:pt x="4691557" y="37018"/>
                  <a:pt x="5016631" y="0"/>
                </a:cubicBezTo>
                <a:cubicBezTo>
                  <a:pt x="5341705" y="-37018"/>
                  <a:pt x="5559991" y="83790"/>
                  <a:pt x="5972180" y="0"/>
                </a:cubicBezTo>
                <a:cubicBezTo>
                  <a:pt x="5989484" y="216672"/>
                  <a:pt x="5954936" y="313062"/>
                  <a:pt x="5972180" y="510236"/>
                </a:cubicBezTo>
                <a:cubicBezTo>
                  <a:pt x="5989424" y="707410"/>
                  <a:pt x="5938534" y="781692"/>
                  <a:pt x="5972180" y="976103"/>
                </a:cubicBezTo>
                <a:cubicBezTo>
                  <a:pt x="6005826" y="1170514"/>
                  <a:pt x="5925587" y="1193369"/>
                  <a:pt x="5972180" y="1397603"/>
                </a:cubicBezTo>
                <a:cubicBezTo>
                  <a:pt x="6018773" y="1601837"/>
                  <a:pt x="5957072" y="1747824"/>
                  <a:pt x="5972180" y="1952207"/>
                </a:cubicBezTo>
                <a:cubicBezTo>
                  <a:pt x="5987288" y="2156590"/>
                  <a:pt x="5910896" y="2254867"/>
                  <a:pt x="5972180" y="2551180"/>
                </a:cubicBezTo>
                <a:cubicBezTo>
                  <a:pt x="6033464" y="2847493"/>
                  <a:pt x="5959341" y="2954555"/>
                  <a:pt x="5972180" y="3061415"/>
                </a:cubicBezTo>
                <a:cubicBezTo>
                  <a:pt x="5985019" y="3168276"/>
                  <a:pt x="5942370" y="3331336"/>
                  <a:pt x="5972180" y="3482915"/>
                </a:cubicBezTo>
                <a:cubicBezTo>
                  <a:pt x="6001990" y="3634494"/>
                  <a:pt x="5907837" y="3967689"/>
                  <a:pt x="5972180" y="4436834"/>
                </a:cubicBezTo>
                <a:cubicBezTo>
                  <a:pt x="5858217" y="4485914"/>
                  <a:pt x="5683495" y="4392991"/>
                  <a:pt x="5554127" y="4436834"/>
                </a:cubicBezTo>
                <a:cubicBezTo>
                  <a:pt x="5424759" y="4480677"/>
                  <a:pt x="5188493" y="4428992"/>
                  <a:pt x="4897188" y="4436834"/>
                </a:cubicBezTo>
                <a:cubicBezTo>
                  <a:pt x="4605883" y="4444676"/>
                  <a:pt x="4609384" y="4436004"/>
                  <a:pt x="4479135" y="4436834"/>
                </a:cubicBezTo>
                <a:cubicBezTo>
                  <a:pt x="4348886" y="4437664"/>
                  <a:pt x="4166878" y="4409444"/>
                  <a:pt x="4061082" y="4436834"/>
                </a:cubicBezTo>
                <a:cubicBezTo>
                  <a:pt x="3955286" y="4464224"/>
                  <a:pt x="3752635" y="4379375"/>
                  <a:pt x="3523586" y="4436834"/>
                </a:cubicBezTo>
                <a:cubicBezTo>
                  <a:pt x="3294537" y="4494293"/>
                  <a:pt x="3247794" y="4415003"/>
                  <a:pt x="2986090" y="4436834"/>
                </a:cubicBezTo>
                <a:cubicBezTo>
                  <a:pt x="2724386" y="4458665"/>
                  <a:pt x="2467006" y="4372242"/>
                  <a:pt x="2269428" y="4436834"/>
                </a:cubicBezTo>
                <a:cubicBezTo>
                  <a:pt x="2071850" y="4501426"/>
                  <a:pt x="2028668" y="4392703"/>
                  <a:pt x="1791654" y="4436834"/>
                </a:cubicBezTo>
                <a:cubicBezTo>
                  <a:pt x="1554640" y="4480965"/>
                  <a:pt x="1436367" y="4393578"/>
                  <a:pt x="1254158" y="4436834"/>
                </a:cubicBezTo>
                <a:cubicBezTo>
                  <a:pt x="1071949" y="4480090"/>
                  <a:pt x="1034328" y="4395490"/>
                  <a:pt x="836105" y="4436834"/>
                </a:cubicBezTo>
                <a:cubicBezTo>
                  <a:pt x="637882" y="4478178"/>
                  <a:pt x="292868" y="4377201"/>
                  <a:pt x="0" y="4436834"/>
                </a:cubicBezTo>
                <a:cubicBezTo>
                  <a:pt x="-18241" y="4163069"/>
                  <a:pt x="71571" y="4066312"/>
                  <a:pt x="0" y="3837861"/>
                </a:cubicBezTo>
                <a:cubicBezTo>
                  <a:pt x="-71571" y="3609410"/>
                  <a:pt x="56982" y="3442322"/>
                  <a:pt x="0" y="3327626"/>
                </a:cubicBezTo>
                <a:cubicBezTo>
                  <a:pt x="-56982" y="3212930"/>
                  <a:pt x="30054" y="3033610"/>
                  <a:pt x="0" y="2861758"/>
                </a:cubicBezTo>
                <a:cubicBezTo>
                  <a:pt x="-30054" y="2689906"/>
                  <a:pt x="44139" y="2557562"/>
                  <a:pt x="0" y="2395890"/>
                </a:cubicBezTo>
                <a:cubicBezTo>
                  <a:pt x="-44139" y="2234218"/>
                  <a:pt x="7187" y="2154247"/>
                  <a:pt x="0" y="1974391"/>
                </a:cubicBezTo>
                <a:cubicBezTo>
                  <a:pt x="-7187" y="1794535"/>
                  <a:pt x="23295" y="1473732"/>
                  <a:pt x="0" y="1331050"/>
                </a:cubicBezTo>
                <a:cubicBezTo>
                  <a:pt x="-23295" y="1188368"/>
                  <a:pt x="4779" y="1069470"/>
                  <a:pt x="0" y="865183"/>
                </a:cubicBezTo>
                <a:cubicBezTo>
                  <a:pt x="-4779" y="660896"/>
                  <a:pt x="52052" y="309741"/>
                  <a:pt x="0" y="0"/>
                </a:cubicBezTo>
                <a:close/>
              </a:path>
            </a:pathLst>
          </a:custGeom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826188400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2076121-628B-16B5-8044-204C216BDAED}"/>
              </a:ext>
            </a:extLst>
          </p:cNvPr>
          <p:cNvSpPr/>
          <p:nvPr/>
        </p:nvSpPr>
        <p:spPr>
          <a:xfrm>
            <a:off x="8614726" y="4911636"/>
            <a:ext cx="2096927" cy="17055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D63BBA6-A7A7-E86C-F0B0-AB80D78043FA}"/>
                  </a:ext>
                </a:extLst>
              </p14:cNvPr>
              <p14:cNvContentPartPr/>
              <p14:nvPr/>
            </p14:nvContentPartPr>
            <p14:xfrm>
              <a:off x="8108705" y="5459285"/>
              <a:ext cx="591480" cy="3150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D63BBA6-A7A7-E86C-F0B0-AB80D78043F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102585" y="5453165"/>
                <a:ext cx="603720" cy="32724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Star: 8 Points 13">
            <a:extLst>
              <a:ext uri="{FF2B5EF4-FFF2-40B4-BE49-F238E27FC236}">
                <a16:creationId xmlns:a16="http://schemas.microsoft.com/office/drawing/2014/main" id="{D6BA3195-72E0-0AEF-25D5-4C85A96BD572}"/>
              </a:ext>
            </a:extLst>
          </p:cNvPr>
          <p:cNvSpPr/>
          <p:nvPr/>
        </p:nvSpPr>
        <p:spPr>
          <a:xfrm>
            <a:off x="10428926" y="4450259"/>
            <a:ext cx="382621" cy="311284"/>
          </a:xfrm>
          <a:prstGeom prst="star8">
            <a:avLst/>
          </a:prstGeom>
          <a:noFill/>
          <a:ln w="28575">
            <a:solidFill>
              <a:srgbClr val="FA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69504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6BD42-DE58-B97A-8BD8-F1B124CB0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064F589-A203-25FA-98A8-ED2C8A1B95EF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284EA8-530E-099C-F793-6D6DF96D41E6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67A2AFC-FDF7-0B0A-A392-464B1E18C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1F7ABD6-40B5-8D04-DCB1-4D84D555440E}"/>
              </a:ext>
            </a:extLst>
          </p:cNvPr>
          <p:cNvSpPr txBox="1"/>
          <p:nvPr/>
        </p:nvSpPr>
        <p:spPr>
          <a:xfrm>
            <a:off x="322634" y="147021"/>
            <a:ext cx="500917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rPr lang="en-US" dirty="0"/>
              <a:t>Manage Session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rPr lang="en-US" dirty="0"/>
              <a:t>Session Info and Action Buttons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D13B89-D8D5-811A-CCA5-F232906858F2}"/>
              </a:ext>
            </a:extLst>
          </p:cNvPr>
          <p:cNvSpPr txBox="1"/>
          <p:nvPr/>
        </p:nvSpPr>
        <p:spPr>
          <a:xfrm>
            <a:off x="309033" y="1067696"/>
            <a:ext cx="5419414" cy="5196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rPr lang="en-CA" sz="2100" dirty="0">
                <a:latin typeface="+mj-lt"/>
              </a:rPr>
              <a:t>When you open the </a:t>
            </a:r>
            <a:r>
              <a:rPr lang="en-CA" sz="2100" b="1" dirty="0">
                <a:latin typeface="+mj-lt"/>
              </a:rPr>
              <a:t>Manage Session</a:t>
            </a:r>
            <a:r>
              <a:rPr lang="en-CA" sz="2100" dirty="0">
                <a:latin typeface="+mj-lt"/>
              </a:rPr>
              <a:t> page for a session, you will see a page like the one shown here. It is divided into sections, each with a specific purpose. 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rPr lang="en-CA" sz="2100" dirty="0">
                <a:latin typeface="+mj-lt"/>
              </a:rPr>
              <a:t>At the top-left of the page, you can view the class name along with the date and time of the scheduled session. This helps you confirm which session you are managing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rPr lang="en-US" sz="2100" dirty="0">
                <a:latin typeface="+mj-lt"/>
              </a:rPr>
              <a:t>At the top-right of the page, you will find the action buttons. Click ‘</a:t>
            </a:r>
            <a:r>
              <a:rPr lang="en-US" sz="2100" b="1" dirty="0">
                <a:latin typeface="+mj-lt"/>
              </a:rPr>
              <a:t>Dashboard</a:t>
            </a:r>
            <a:r>
              <a:rPr lang="en-US" sz="2100" dirty="0">
                <a:latin typeface="+mj-lt"/>
              </a:rPr>
              <a:t>’ to go to the main dashboard page, or click ‘</a:t>
            </a:r>
            <a:r>
              <a:rPr lang="en-US" sz="2100" b="1" dirty="0">
                <a:latin typeface="+mj-lt"/>
              </a:rPr>
              <a:t>Close</a:t>
            </a:r>
            <a:r>
              <a:rPr lang="en-US" sz="2100" dirty="0">
                <a:latin typeface="+mj-lt"/>
              </a:rPr>
              <a:t>’ to close this tab in your browser. Click ‘</a:t>
            </a:r>
            <a:r>
              <a:rPr lang="en-US" sz="2100" b="1" dirty="0">
                <a:latin typeface="+mj-lt"/>
              </a:rPr>
              <a:t>Save Session</a:t>
            </a:r>
            <a:r>
              <a:rPr lang="en-US" sz="2100" dirty="0">
                <a:latin typeface="+mj-lt"/>
              </a:rPr>
              <a:t>’</a:t>
            </a:r>
            <a:r>
              <a:rPr lang="en-US" sz="2100" b="1" dirty="0">
                <a:latin typeface="+mj-lt"/>
              </a:rPr>
              <a:t> </a:t>
            </a:r>
            <a:r>
              <a:rPr lang="en-US" sz="2100" dirty="0">
                <a:latin typeface="+mj-lt"/>
              </a:rPr>
              <a:t>to save any changes you have made to the session date. Click the arrows to view the previous or next scheduled session.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9F074B7-1D01-4E26-3B9D-702367B2C6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163" y="147022"/>
            <a:ext cx="6287189" cy="6038626"/>
          </a:xfrm>
          <a:custGeom>
            <a:avLst/>
            <a:gdLst>
              <a:gd name="csX0" fmla="*/ 0 w 6287189"/>
              <a:gd name="csY0" fmla="*/ 0 h 6038626"/>
              <a:gd name="csX1" fmla="*/ 634435 w 6287189"/>
              <a:gd name="csY1" fmla="*/ 0 h 6038626"/>
              <a:gd name="csX2" fmla="*/ 1331741 w 6287189"/>
              <a:gd name="csY2" fmla="*/ 0 h 6038626"/>
              <a:gd name="csX3" fmla="*/ 1714688 w 6287189"/>
              <a:gd name="csY3" fmla="*/ 0 h 6038626"/>
              <a:gd name="csX4" fmla="*/ 2223379 w 6287189"/>
              <a:gd name="csY4" fmla="*/ 0 h 6038626"/>
              <a:gd name="csX5" fmla="*/ 2732069 w 6287189"/>
              <a:gd name="csY5" fmla="*/ 0 h 6038626"/>
              <a:gd name="csX6" fmla="*/ 3366504 w 6287189"/>
              <a:gd name="csY6" fmla="*/ 0 h 6038626"/>
              <a:gd name="csX7" fmla="*/ 3875195 w 6287189"/>
              <a:gd name="csY7" fmla="*/ 0 h 6038626"/>
              <a:gd name="csX8" fmla="*/ 4383885 w 6287189"/>
              <a:gd name="csY8" fmla="*/ 0 h 6038626"/>
              <a:gd name="csX9" fmla="*/ 4892576 w 6287189"/>
              <a:gd name="csY9" fmla="*/ 0 h 6038626"/>
              <a:gd name="csX10" fmla="*/ 5527011 w 6287189"/>
              <a:gd name="csY10" fmla="*/ 0 h 6038626"/>
              <a:gd name="csX11" fmla="*/ 6287189 w 6287189"/>
              <a:gd name="csY11" fmla="*/ 0 h 6038626"/>
              <a:gd name="csX12" fmla="*/ 6287189 w 6287189"/>
              <a:gd name="csY12" fmla="*/ 609352 h 6038626"/>
              <a:gd name="csX13" fmla="*/ 6287189 w 6287189"/>
              <a:gd name="csY13" fmla="*/ 1218705 h 6038626"/>
              <a:gd name="csX14" fmla="*/ 6287189 w 6287189"/>
              <a:gd name="csY14" fmla="*/ 1888443 h 6038626"/>
              <a:gd name="csX15" fmla="*/ 6287189 w 6287189"/>
              <a:gd name="csY15" fmla="*/ 2497795 h 6038626"/>
              <a:gd name="csX16" fmla="*/ 6287189 w 6287189"/>
              <a:gd name="csY16" fmla="*/ 2865603 h 6038626"/>
              <a:gd name="csX17" fmla="*/ 6287189 w 6287189"/>
              <a:gd name="csY17" fmla="*/ 3535341 h 6038626"/>
              <a:gd name="csX18" fmla="*/ 6287189 w 6287189"/>
              <a:gd name="csY18" fmla="*/ 4023921 h 6038626"/>
              <a:gd name="csX19" fmla="*/ 6287189 w 6287189"/>
              <a:gd name="csY19" fmla="*/ 4693659 h 6038626"/>
              <a:gd name="csX20" fmla="*/ 6287189 w 6287189"/>
              <a:gd name="csY20" fmla="*/ 5182239 h 6038626"/>
              <a:gd name="csX21" fmla="*/ 6287189 w 6287189"/>
              <a:gd name="csY21" fmla="*/ 6038626 h 6038626"/>
              <a:gd name="csX22" fmla="*/ 5715626 w 6287189"/>
              <a:gd name="csY22" fmla="*/ 6038626 h 6038626"/>
              <a:gd name="csX23" fmla="*/ 5269808 w 6287189"/>
              <a:gd name="csY23" fmla="*/ 6038626 h 6038626"/>
              <a:gd name="csX24" fmla="*/ 4572501 w 6287189"/>
              <a:gd name="csY24" fmla="*/ 6038626 h 6038626"/>
              <a:gd name="csX25" fmla="*/ 4189554 w 6287189"/>
              <a:gd name="csY25" fmla="*/ 6038626 h 6038626"/>
              <a:gd name="csX26" fmla="*/ 3617991 w 6287189"/>
              <a:gd name="csY26" fmla="*/ 6038626 h 6038626"/>
              <a:gd name="csX27" fmla="*/ 3172173 w 6287189"/>
              <a:gd name="csY27" fmla="*/ 6038626 h 6038626"/>
              <a:gd name="csX28" fmla="*/ 2600610 w 6287189"/>
              <a:gd name="csY28" fmla="*/ 6038626 h 6038626"/>
              <a:gd name="csX29" fmla="*/ 2029047 w 6287189"/>
              <a:gd name="csY29" fmla="*/ 6038626 h 6038626"/>
              <a:gd name="csX30" fmla="*/ 1583229 w 6287189"/>
              <a:gd name="csY30" fmla="*/ 6038626 h 6038626"/>
              <a:gd name="csX31" fmla="*/ 948794 w 6287189"/>
              <a:gd name="csY31" fmla="*/ 6038626 h 6038626"/>
              <a:gd name="csX32" fmla="*/ 0 w 6287189"/>
              <a:gd name="csY32" fmla="*/ 6038626 h 6038626"/>
              <a:gd name="csX33" fmla="*/ 0 w 6287189"/>
              <a:gd name="csY33" fmla="*/ 5670819 h 6038626"/>
              <a:gd name="csX34" fmla="*/ 0 w 6287189"/>
              <a:gd name="csY34" fmla="*/ 5242625 h 6038626"/>
              <a:gd name="csX35" fmla="*/ 0 w 6287189"/>
              <a:gd name="csY35" fmla="*/ 4814432 h 6038626"/>
              <a:gd name="csX36" fmla="*/ 0 w 6287189"/>
              <a:gd name="csY36" fmla="*/ 4325852 h 6038626"/>
              <a:gd name="csX37" fmla="*/ 0 w 6287189"/>
              <a:gd name="csY37" fmla="*/ 3716500 h 6038626"/>
              <a:gd name="csX38" fmla="*/ 0 w 6287189"/>
              <a:gd name="csY38" fmla="*/ 3227920 h 6038626"/>
              <a:gd name="csX39" fmla="*/ 0 w 6287189"/>
              <a:gd name="csY39" fmla="*/ 2799727 h 6038626"/>
              <a:gd name="csX40" fmla="*/ 0 w 6287189"/>
              <a:gd name="csY40" fmla="*/ 2431919 h 6038626"/>
              <a:gd name="csX41" fmla="*/ 0 w 6287189"/>
              <a:gd name="csY41" fmla="*/ 2064112 h 6038626"/>
              <a:gd name="csX42" fmla="*/ 0 w 6287189"/>
              <a:gd name="csY42" fmla="*/ 1696305 h 6038626"/>
              <a:gd name="csX43" fmla="*/ 0 w 6287189"/>
              <a:gd name="csY43" fmla="*/ 1086953 h 6038626"/>
              <a:gd name="csX44" fmla="*/ 0 w 6287189"/>
              <a:gd name="csY44" fmla="*/ 719145 h 6038626"/>
              <a:gd name="csX45" fmla="*/ 0 w 6287189"/>
              <a:gd name="csY45" fmla="*/ 0 h 6038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</a:cxnLst>
            <a:rect l="l" t="t" r="r" b="b"/>
            <a:pathLst>
              <a:path w="6287189" h="6038626" fill="none" extrusionOk="0">
                <a:moveTo>
                  <a:pt x="0" y="0"/>
                </a:moveTo>
                <a:cubicBezTo>
                  <a:pt x="162366" y="-9051"/>
                  <a:pt x="489685" y="37559"/>
                  <a:pt x="634435" y="0"/>
                </a:cubicBezTo>
                <a:cubicBezTo>
                  <a:pt x="779186" y="-37559"/>
                  <a:pt x="1113131" y="63090"/>
                  <a:pt x="1331741" y="0"/>
                </a:cubicBezTo>
                <a:cubicBezTo>
                  <a:pt x="1550351" y="-63090"/>
                  <a:pt x="1594852" y="33473"/>
                  <a:pt x="1714688" y="0"/>
                </a:cubicBezTo>
                <a:cubicBezTo>
                  <a:pt x="1834524" y="-33473"/>
                  <a:pt x="2001012" y="56256"/>
                  <a:pt x="2223379" y="0"/>
                </a:cubicBezTo>
                <a:cubicBezTo>
                  <a:pt x="2445746" y="-56256"/>
                  <a:pt x="2557451" y="54819"/>
                  <a:pt x="2732069" y="0"/>
                </a:cubicBezTo>
                <a:cubicBezTo>
                  <a:pt x="2906687" y="-54819"/>
                  <a:pt x="3178933" y="66728"/>
                  <a:pt x="3366504" y="0"/>
                </a:cubicBezTo>
                <a:cubicBezTo>
                  <a:pt x="3554076" y="-66728"/>
                  <a:pt x="3727569" y="58608"/>
                  <a:pt x="3875195" y="0"/>
                </a:cubicBezTo>
                <a:cubicBezTo>
                  <a:pt x="4022821" y="-58608"/>
                  <a:pt x="4190959" y="2865"/>
                  <a:pt x="4383885" y="0"/>
                </a:cubicBezTo>
                <a:cubicBezTo>
                  <a:pt x="4576811" y="-2865"/>
                  <a:pt x="4724640" y="45677"/>
                  <a:pt x="4892576" y="0"/>
                </a:cubicBezTo>
                <a:cubicBezTo>
                  <a:pt x="5060512" y="-45677"/>
                  <a:pt x="5298798" y="25792"/>
                  <a:pt x="5527011" y="0"/>
                </a:cubicBezTo>
                <a:cubicBezTo>
                  <a:pt x="5755224" y="-25792"/>
                  <a:pt x="5997260" y="18986"/>
                  <a:pt x="6287189" y="0"/>
                </a:cubicBezTo>
                <a:cubicBezTo>
                  <a:pt x="6296321" y="218975"/>
                  <a:pt x="6215626" y="367248"/>
                  <a:pt x="6287189" y="609352"/>
                </a:cubicBezTo>
                <a:cubicBezTo>
                  <a:pt x="6358752" y="851456"/>
                  <a:pt x="6264331" y="1060502"/>
                  <a:pt x="6287189" y="1218705"/>
                </a:cubicBezTo>
                <a:cubicBezTo>
                  <a:pt x="6310047" y="1376908"/>
                  <a:pt x="6259206" y="1742391"/>
                  <a:pt x="6287189" y="1888443"/>
                </a:cubicBezTo>
                <a:cubicBezTo>
                  <a:pt x="6315172" y="2034495"/>
                  <a:pt x="6233940" y="2193596"/>
                  <a:pt x="6287189" y="2497795"/>
                </a:cubicBezTo>
                <a:cubicBezTo>
                  <a:pt x="6340438" y="2801994"/>
                  <a:pt x="6284305" y="2768028"/>
                  <a:pt x="6287189" y="2865603"/>
                </a:cubicBezTo>
                <a:cubicBezTo>
                  <a:pt x="6290073" y="2963178"/>
                  <a:pt x="6239080" y="3223569"/>
                  <a:pt x="6287189" y="3535341"/>
                </a:cubicBezTo>
                <a:cubicBezTo>
                  <a:pt x="6335298" y="3847113"/>
                  <a:pt x="6257126" y="3923329"/>
                  <a:pt x="6287189" y="4023921"/>
                </a:cubicBezTo>
                <a:cubicBezTo>
                  <a:pt x="6317252" y="4124513"/>
                  <a:pt x="6207541" y="4546291"/>
                  <a:pt x="6287189" y="4693659"/>
                </a:cubicBezTo>
                <a:cubicBezTo>
                  <a:pt x="6366837" y="4841027"/>
                  <a:pt x="6228958" y="5061858"/>
                  <a:pt x="6287189" y="5182239"/>
                </a:cubicBezTo>
                <a:cubicBezTo>
                  <a:pt x="6345420" y="5302620"/>
                  <a:pt x="6210710" y="5747658"/>
                  <a:pt x="6287189" y="6038626"/>
                </a:cubicBezTo>
                <a:cubicBezTo>
                  <a:pt x="6162912" y="6070646"/>
                  <a:pt x="5955356" y="5990219"/>
                  <a:pt x="5715626" y="6038626"/>
                </a:cubicBezTo>
                <a:cubicBezTo>
                  <a:pt x="5475896" y="6087033"/>
                  <a:pt x="5395068" y="6029356"/>
                  <a:pt x="5269808" y="6038626"/>
                </a:cubicBezTo>
                <a:cubicBezTo>
                  <a:pt x="5144548" y="6047896"/>
                  <a:pt x="4858508" y="6016610"/>
                  <a:pt x="4572501" y="6038626"/>
                </a:cubicBezTo>
                <a:cubicBezTo>
                  <a:pt x="4286494" y="6060642"/>
                  <a:pt x="4358172" y="6031925"/>
                  <a:pt x="4189554" y="6038626"/>
                </a:cubicBezTo>
                <a:cubicBezTo>
                  <a:pt x="4020936" y="6045327"/>
                  <a:pt x="3808983" y="6015801"/>
                  <a:pt x="3617991" y="6038626"/>
                </a:cubicBezTo>
                <a:cubicBezTo>
                  <a:pt x="3426999" y="6061451"/>
                  <a:pt x="3266161" y="6025814"/>
                  <a:pt x="3172173" y="6038626"/>
                </a:cubicBezTo>
                <a:cubicBezTo>
                  <a:pt x="3078185" y="6051438"/>
                  <a:pt x="2823479" y="6009627"/>
                  <a:pt x="2600610" y="6038626"/>
                </a:cubicBezTo>
                <a:cubicBezTo>
                  <a:pt x="2377741" y="6067625"/>
                  <a:pt x="2183170" y="6000461"/>
                  <a:pt x="2029047" y="6038626"/>
                </a:cubicBezTo>
                <a:cubicBezTo>
                  <a:pt x="1874924" y="6076791"/>
                  <a:pt x="1739628" y="6009672"/>
                  <a:pt x="1583229" y="6038626"/>
                </a:cubicBezTo>
                <a:cubicBezTo>
                  <a:pt x="1426830" y="6067580"/>
                  <a:pt x="1140549" y="6001797"/>
                  <a:pt x="948794" y="6038626"/>
                </a:cubicBezTo>
                <a:cubicBezTo>
                  <a:pt x="757040" y="6075455"/>
                  <a:pt x="253866" y="5940316"/>
                  <a:pt x="0" y="6038626"/>
                </a:cubicBezTo>
                <a:cubicBezTo>
                  <a:pt x="-14577" y="5943806"/>
                  <a:pt x="30496" y="5823662"/>
                  <a:pt x="0" y="5670819"/>
                </a:cubicBezTo>
                <a:cubicBezTo>
                  <a:pt x="-30496" y="5517976"/>
                  <a:pt x="2642" y="5381930"/>
                  <a:pt x="0" y="5242625"/>
                </a:cubicBezTo>
                <a:cubicBezTo>
                  <a:pt x="-2642" y="5103320"/>
                  <a:pt x="14240" y="4924269"/>
                  <a:pt x="0" y="4814432"/>
                </a:cubicBezTo>
                <a:cubicBezTo>
                  <a:pt x="-14240" y="4704595"/>
                  <a:pt x="38191" y="4475977"/>
                  <a:pt x="0" y="4325852"/>
                </a:cubicBezTo>
                <a:cubicBezTo>
                  <a:pt x="-38191" y="4175727"/>
                  <a:pt x="58555" y="3880050"/>
                  <a:pt x="0" y="3716500"/>
                </a:cubicBezTo>
                <a:cubicBezTo>
                  <a:pt x="-58555" y="3552950"/>
                  <a:pt x="20931" y="3367312"/>
                  <a:pt x="0" y="3227920"/>
                </a:cubicBezTo>
                <a:cubicBezTo>
                  <a:pt x="-20931" y="3088528"/>
                  <a:pt x="6646" y="2897018"/>
                  <a:pt x="0" y="2799727"/>
                </a:cubicBezTo>
                <a:cubicBezTo>
                  <a:pt x="-6646" y="2702436"/>
                  <a:pt x="17408" y="2615530"/>
                  <a:pt x="0" y="2431919"/>
                </a:cubicBezTo>
                <a:cubicBezTo>
                  <a:pt x="-17408" y="2248308"/>
                  <a:pt x="12610" y="2226137"/>
                  <a:pt x="0" y="2064112"/>
                </a:cubicBezTo>
                <a:cubicBezTo>
                  <a:pt x="-12610" y="1902087"/>
                  <a:pt x="43982" y="1878331"/>
                  <a:pt x="0" y="1696305"/>
                </a:cubicBezTo>
                <a:cubicBezTo>
                  <a:pt x="-43982" y="1514279"/>
                  <a:pt x="26832" y="1381299"/>
                  <a:pt x="0" y="1086953"/>
                </a:cubicBezTo>
                <a:cubicBezTo>
                  <a:pt x="-26832" y="792607"/>
                  <a:pt x="22245" y="895288"/>
                  <a:pt x="0" y="719145"/>
                </a:cubicBezTo>
                <a:cubicBezTo>
                  <a:pt x="-22245" y="543002"/>
                  <a:pt x="19828" y="307503"/>
                  <a:pt x="0" y="0"/>
                </a:cubicBezTo>
                <a:close/>
              </a:path>
              <a:path w="6287189" h="6038626" stroke="0" extrusionOk="0">
                <a:moveTo>
                  <a:pt x="0" y="0"/>
                </a:moveTo>
                <a:cubicBezTo>
                  <a:pt x="205241" y="-78890"/>
                  <a:pt x="509007" y="22284"/>
                  <a:pt x="697306" y="0"/>
                </a:cubicBezTo>
                <a:cubicBezTo>
                  <a:pt x="885605" y="-22284"/>
                  <a:pt x="1156976" y="75548"/>
                  <a:pt x="1331741" y="0"/>
                </a:cubicBezTo>
                <a:cubicBezTo>
                  <a:pt x="1506507" y="-75548"/>
                  <a:pt x="1580793" y="46290"/>
                  <a:pt x="1777560" y="0"/>
                </a:cubicBezTo>
                <a:cubicBezTo>
                  <a:pt x="1974327" y="-46290"/>
                  <a:pt x="2155610" y="1358"/>
                  <a:pt x="2411994" y="0"/>
                </a:cubicBezTo>
                <a:cubicBezTo>
                  <a:pt x="2668378" y="-1358"/>
                  <a:pt x="2853800" y="22737"/>
                  <a:pt x="3109301" y="0"/>
                </a:cubicBezTo>
                <a:cubicBezTo>
                  <a:pt x="3364802" y="-22737"/>
                  <a:pt x="3575807" y="56229"/>
                  <a:pt x="3806607" y="0"/>
                </a:cubicBezTo>
                <a:cubicBezTo>
                  <a:pt x="4037407" y="-56229"/>
                  <a:pt x="4057229" y="42150"/>
                  <a:pt x="4252426" y="0"/>
                </a:cubicBezTo>
                <a:cubicBezTo>
                  <a:pt x="4447623" y="-42150"/>
                  <a:pt x="4750407" y="48331"/>
                  <a:pt x="4949732" y="0"/>
                </a:cubicBezTo>
                <a:cubicBezTo>
                  <a:pt x="5149057" y="-48331"/>
                  <a:pt x="5482434" y="40741"/>
                  <a:pt x="5647039" y="0"/>
                </a:cubicBezTo>
                <a:cubicBezTo>
                  <a:pt x="5811644" y="-40741"/>
                  <a:pt x="6121627" y="29379"/>
                  <a:pt x="6287189" y="0"/>
                </a:cubicBezTo>
                <a:cubicBezTo>
                  <a:pt x="6345765" y="183961"/>
                  <a:pt x="6277106" y="277618"/>
                  <a:pt x="6287189" y="488580"/>
                </a:cubicBezTo>
                <a:cubicBezTo>
                  <a:pt x="6297272" y="699542"/>
                  <a:pt x="6242017" y="753452"/>
                  <a:pt x="6287189" y="916773"/>
                </a:cubicBezTo>
                <a:cubicBezTo>
                  <a:pt x="6332361" y="1080094"/>
                  <a:pt x="6242842" y="1288459"/>
                  <a:pt x="6287189" y="1465739"/>
                </a:cubicBezTo>
                <a:cubicBezTo>
                  <a:pt x="6331536" y="1643019"/>
                  <a:pt x="6241673" y="1826928"/>
                  <a:pt x="6287189" y="2075091"/>
                </a:cubicBezTo>
                <a:cubicBezTo>
                  <a:pt x="6332705" y="2323254"/>
                  <a:pt x="6270154" y="2370159"/>
                  <a:pt x="6287189" y="2563671"/>
                </a:cubicBezTo>
                <a:cubicBezTo>
                  <a:pt x="6304224" y="2757183"/>
                  <a:pt x="6220650" y="3079862"/>
                  <a:pt x="6287189" y="3233410"/>
                </a:cubicBezTo>
                <a:cubicBezTo>
                  <a:pt x="6353728" y="3386958"/>
                  <a:pt x="6273001" y="3557604"/>
                  <a:pt x="6287189" y="3721989"/>
                </a:cubicBezTo>
                <a:cubicBezTo>
                  <a:pt x="6301377" y="3886374"/>
                  <a:pt x="6261238" y="4155931"/>
                  <a:pt x="6287189" y="4331342"/>
                </a:cubicBezTo>
                <a:cubicBezTo>
                  <a:pt x="6313140" y="4506753"/>
                  <a:pt x="6279963" y="4608695"/>
                  <a:pt x="6287189" y="4699149"/>
                </a:cubicBezTo>
                <a:cubicBezTo>
                  <a:pt x="6294415" y="4789603"/>
                  <a:pt x="6279986" y="5027236"/>
                  <a:pt x="6287189" y="5187729"/>
                </a:cubicBezTo>
                <a:cubicBezTo>
                  <a:pt x="6294392" y="5348222"/>
                  <a:pt x="6225623" y="5772354"/>
                  <a:pt x="6287189" y="6038626"/>
                </a:cubicBezTo>
                <a:cubicBezTo>
                  <a:pt x="6157862" y="6054458"/>
                  <a:pt x="5854869" y="5983471"/>
                  <a:pt x="5715626" y="6038626"/>
                </a:cubicBezTo>
                <a:cubicBezTo>
                  <a:pt x="5576383" y="6093781"/>
                  <a:pt x="5454704" y="6019285"/>
                  <a:pt x="5332679" y="6038626"/>
                </a:cubicBezTo>
                <a:cubicBezTo>
                  <a:pt x="5210654" y="6057967"/>
                  <a:pt x="4858812" y="6027238"/>
                  <a:pt x="4635373" y="6038626"/>
                </a:cubicBezTo>
                <a:cubicBezTo>
                  <a:pt x="4411934" y="6050014"/>
                  <a:pt x="4368620" y="6007426"/>
                  <a:pt x="4189554" y="6038626"/>
                </a:cubicBezTo>
                <a:cubicBezTo>
                  <a:pt x="4010488" y="6069826"/>
                  <a:pt x="3871632" y="5991646"/>
                  <a:pt x="3617991" y="6038626"/>
                </a:cubicBezTo>
                <a:cubicBezTo>
                  <a:pt x="3364350" y="6085606"/>
                  <a:pt x="3270731" y="6002276"/>
                  <a:pt x="3172173" y="6038626"/>
                </a:cubicBezTo>
                <a:cubicBezTo>
                  <a:pt x="3073615" y="6074976"/>
                  <a:pt x="2646353" y="5995623"/>
                  <a:pt x="2474866" y="6038626"/>
                </a:cubicBezTo>
                <a:cubicBezTo>
                  <a:pt x="2303379" y="6081629"/>
                  <a:pt x="1969424" y="5989773"/>
                  <a:pt x="1777560" y="6038626"/>
                </a:cubicBezTo>
                <a:cubicBezTo>
                  <a:pt x="1585696" y="6087479"/>
                  <a:pt x="1299904" y="5970230"/>
                  <a:pt x="1080253" y="6038626"/>
                </a:cubicBezTo>
                <a:cubicBezTo>
                  <a:pt x="860602" y="6107022"/>
                  <a:pt x="708325" y="5982105"/>
                  <a:pt x="508691" y="6038626"/>
                </a:cubicBezTo>
                <a:cubicBezTo>
                  <a:pt x="309057" y="6095147"/>
                  <a:pt x="199910" y="6033780"/>
                  <a:pt x="0" y="6038626"/>
                </a:cubicBezTo>
                <a:cubicBezTo>
                  <a:pt x="-5082" y="5880846"/>
                  <a:pt x="12447" y="5815898"/>
                  <a:pt x="0" y="5670819"/>
                </a:cubicBezTo>
                <a:cubicBezTo>
                  <a:pt x="-12447" y="5525740"/>
                  <a:pt x="34609" y="5394376"/>
                  <a:pt x="0" y="5242625"/>
                </a:cubicBezTo>
                <a:cubicBezTo>
                  <a:pt x="-34609" y="5090874"/>
                  <a:pt x="51064" y="4847544"/>
                  <a:pt x="0" y="4572887"/>
                </a:cubicBezTo>
                <a:cubicBezTo>
                  <a:pt x="-51064" y="4298230"/>
                  <a:pt x="25844" y="4301074"/>
                  <a:pt x="0" y="4205080"/>
                </a:cubicBezTo>
                <a:cubicBezTo>
                  <a:pt x="-25844" y="4109086"/>
                  <a:pt x="59500" y="3853560"/>
                  <a:pt x="0" y="3535341"/>
                </a:cubicBezTo>
                <a:cubicBezTo>
                  <a:pt x="-59500" y="3217122"/>
                  <a:pt x="35733" y="3013128"/>
                  <a:pt x="0" y="2865603"/>
                </a:cubicBezTo>
                <a:cubicBezTo>
                  <a:pt x="-35733" y="2718078"/>
                  <a:pt x="15416" y="2567955"/>
                  <a:pt x="0" y="2377023"/>
                </a:cubicBezTo>
                <a:cubicBezTo>
                  <a:pt x="-15416" y="2186091"/>
                  <a:pt x="50570" y="1894924"/>
                  <a:pt x="0" y="1767671"/>
                </a:cubicBezTo>
                <a:cubicBezTo>
                  <a:pt x="-50570" y="1640418"/>
                  <a:pt x="65330" y="1424984"/>
                  <a:pt x="0" y="1097932"/>
                </a:cubicBezTo>
                <a:cubicBezTo>
                  <a:pt x="-65330" y="770880"/>
                  <a:pt x="11699" y="814850"/>
                  <a:pt x="0" y="730125"/>
                </a:cubicBezTo>
                <a:cubicBezTo>
                  <a:pt x="-11699" y="645400"/>
                  <a:pt x="51798" y="152140"/>
                  <a:pt x="0" y="0"/>
                </a:cubicBezTo>
                <a:close/>
              </a:path>
            </a:pathLst>
          </a:custGeom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4041603980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9E96CDD-051F-4133-388F-E7F0FAA580E1}"/>
              </a:ext>
            </a:extLst>
          </p:cNvPr>
          <p:cNvSpPr/>
          <p:nvPr/>
        </p:nvSpPr>
        <p:spPr>
          <a:xfrm>
            <a:off x="5815162" y="147022"/>
            <a:ext cx="2746131" cy="10183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C073F0-A393-2686-7E95-D716B4A3DF03}"/>
              </a:ext>
            </a:extLst>
          </p:cNvPr>
          <p:cNvSpPr/>
          <p:nvPr/>
        </p:nvSpPr>
        <p:spPr>
          <a:xfrm>
            <a:off x="10103224" y="147022"/>
            <a:ext cx="1999128" cy="10183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69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FE67C-B235-687C-3FFD-415C385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30F44E2-CB15-85C9-81A5-88D1A1731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412" y="207381"/>
            <a:ext cx="6075891" cy="3040904"/>
          </a:xfrm>
          <a:prstGeom prst="rect">
            <a:avLst/>
          </a:prstGeom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BF05C79-2A70-2928-A265-3C74A3D92D3C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95F03EC-7722-DFF7-AD08-72DA25AA0434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6BEEDBA-E4E8-B843-E876-17C79F54797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FAB02A1-C8E3-0BA2-B193-0AC58752EEEE}"/>
              </a:ext>
            </a:extLst>
          </p:cNvPr>
          <p:cNvSpPr txBox="1"/>
          <p:nvPr/>
        </p:nvSpPr>
        <p:spPr>
          <a:xfrm>
            <a:off x="387661" y="298813"/>
            <a:ext cx="500917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rPr lang="en-US" dirty="0"/>
              <a:t>Manage Session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rPr lang="en-US" dirty="0"/>
              <a:t>Details and Session Status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3300A8-853C-56F4-5880-8A94A6A26147}"/>
              </a:ext>
            </a:extLst>
          </p:cNvPr>
          <p:cNvSpPr/>
          <p:nvPr/>
        </p:nvSpPr>
        <p:spPr>
          <a:xfrm>
            <a:off x="5728445" y="1149419"/>
            <a:ext cx="4894731" cy="6435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1FA546-F120-D0BE-9F7B-7DD68923952C}"/>
              </a:ext>
            </a:extLst>
          </p:cNvPr>
          <p:cNvSpPr txBox="1"/>
          <p:nvPr/>
        </p:nvSpPr>
        <p:spPr>
          <a:xfrm>
            <a:off x="387661" y="1167068"/>
            <a:ext cx="5304064" cy="52198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19048"/>
              </a:lnSpc>
              <a:buNone/>
            </a:pPr>
            <a:r>
              <a:rPr lang="en-CA" sz="2000" b="0" i="0" dirty="0">
                <a:effectLst/>
                <a:latin typeface="+mj-lt"/>
              </a:rPr>
              <a:t>The </a:t>
            </a:r>
            <a:r>
              <a:rPr lang="en-CA" sz="2000" b="1" i="0" dirty="0">
                <a:effectLst/>
                <a:latin typeface="+mj-lt"/>
              </a:rPr>
              <a:t>Details</a:t>
            </a:r>
            <a:r>
              <a:rPr lang="en-CA" sz="2000" b="0" i="0" dirty="0">
                <a:effectLst/>
                <a:latin typeface="+mj-lt"/>
              </a:rPr>
              <a:t> section contains additional information about the session and class.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sz="2000" b="0" i="0" dirty="0">
                <a:effectLst/>
                <a:latin typeface="+mj-lt"/>
              </a:rPr>
              <a:t>This section is collapsed by default. Click the arrow below the </a:t>
            </a:r>
            <a:r>
              <a:rPr lang="en-CA" sz="2000" b="1" i="0" dirty="0">
                <a:effectLst/>
                <a:latin typeface="+mj-lt"/>
              </a:rPr>
              <a:t>DETAILS</a:t>
            </a:r>
            <a:r>
              <a:rPr lang="en-CA" sz="2000" b="0" i="0" dirty="0">
                <a:effectLst/>
                <a:latin typeface="+mj-lt"/>
              </a:rPr>
              <a:t> heading (1) to expand it and view more information, including:</a:t>
            </a:r>
          </a:p>
          <a:p>
            <a:pPr marL="342900" lvl="0" indent="-173038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sz="2000" b="0" i="0" dirty="0">
                <a:effectLst/>
                <a:latin typeface="+mj-lt"/>
              </a:rPr>
              <a:t>The session date and scheduled time, location, and linked sessions info.</a:t>
            </a:r>
          </a:p>
          <a:p>
            <a:pPr marL="342900" lvl="0" indent="-173038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sz="2000" b="0" i="0" dirty="0">
                <a:effectLst/>
                <a:latin typeface="+mj-lt"/>
              </a:rPr>
              <a:t>Any co-teachers or assistants assigned to the session. You can choose whether they have permission to edit the session (2).</a:t>
            </a:r>
          </a:p>
          <a:p>
            <a:pPr marL="342900" lvl="0" indent="-173038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sz="2000" b="0" i="0" dirty="0">
                <a:effectLst/>
                <a:latin typeface="+mj-lt"/>
              </a:rPr>
              <a:t>For 1-on-1 classes, you can reschedule the session by changing its date and time. The system will automatically check for scheduling conflicts when you save your changes.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9B78872-8C06-4932-73FA-0D6ADC832B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5167" y="2742845"/>
            <a:ext cx="6075893" cy="3746681"/>
          </a:xfrm>
          <a:prstGeom prst="rect">
            <a:avLst/>
          </a:prstGeom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26D0C45-614B-0FAB-2B7D-7FA2208819DA}"/>
                  </a:ext>
                </a:extLst>
              </p14:cNvPr>
              <p14:cNvContentPartPr/>
              <p14:nvPr/>
            </p14:nvContentPartPr>
            <p14:xfrm>
              <a:off x="9753261" y="1326699"/>
              <a:ext cx="605160" cy="25704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26D0C45-614B-0FAB-2B7D-7FA2208819D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747141" y="1320579"/>
                <a:ext cx="617400" cy="26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CD4BC112-B98C-0550-AB1E-D7BF6677E28C}"/>
                  </a:ext>
                </a:extLst>
              </p14:cNvPr>
              <p14:cNvContentPartPr/>
              <p14:nvPr/>
            </p14:nvContentPartPr>
            <p14:xfrm>
              <a:off x="11204781" y="4675959"/>
              <a:ext cx="210960" cy="3294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CD4BC112-B98C-0550-AB1E-D7BF6677E28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198661" y="4669839"/>
                <a:ext cx="223200" cy="34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29E2B126-F772-9B1E-2C70-6EFDA26DE10E}"/>
                  </a:ext>
                </a:extLst>
              </p14:cNvPr>
              <p14:cNvContentPartPr/>
              <p14:nvPr/>
            </p14:nvContentPartPr>
            <p14:xfrm>
              <a:off x="11027300" y="4675959"/>
              <a:ext cx="140760" cy="1162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29E2B126-F772-9B1E-2C70-6EFDA26DE10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021180" y="4669839"/>
                <a:ext cx="153000" cy="12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E80E710A-15D3-D490-C07D-DF4A9D063E96}"/>
              </a:ext>
            </a:extLst>
          </p:cNvPr>
          <p:cNvGrpSpPr/>
          <p:nvPr/>
        </p:nvGrpSpPr>
        <p:grpSpPr>
          <a:xfrm>
            <a:off x="9653664" y="1308587"/>
            <a:ext cx="36720" cy="151200"/>
            <a:chOff x="9699621" y="1407339"/>
            <a:chExt cx="36720" cy="15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3A0A0D9-5ECF-C1F3-A79A-1CE8C6655B8F}"/>
                    </a:ext>
                  </a:extLst>
                </p14:cNvPr>
                <p14:cNvContentPartPr/>
                <p14:nvPr/>
              </p14:nvContentPartPr>
              <p14:xfrm>
                <a:off x="9717621" y="1407339"/>
                <a:ext cx="18720" cy="1512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3A0A0D9-5ECF-C1F3-A79A-1CE8C6655B8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711501" y="1401219"/>
                  <a:ext cx="309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48A04A0-9FFB-0C15-7D20-1FB632B7F032}"/>
                    </a:ext>
                  </a:extLst>
                </p14:cNvPr>
                <p14:cNvContentPartPr/>
                <p14:nvPr/>
              </p14:nvContentPartPr>
              <p14:xfrm>
                <a:off x="9699621" y="1425339"/>
                <a:ext cx="360" cy="334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48A04A0-9FFB-0C15-7D20-1FB632B7F03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693501" y="1419219"/>
                  <a:ext cx="12600" cy="457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945D65D7-C1D2-2B25-0032-87BB6FEBE178}"/>
              </a:ext>
            </a:extLst>
          </p:cNvPr>
          <p:cNvSpPr/>
          <p:nvPr/>
        </p:nvSpPr>
        <p:spPr>
          <a:xfrm>
            <a:off x="5765169" y="3611498"/>
            <a:ext cx="6075891" cy="29422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8661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3BAA5-42ED-2659-B8CE-9EE6C653F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A7B3350-4B1C-D5CC-6226-333A0BBE7C46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A481801-8F32-FC76-B1A4-792F7E6F328E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5C73F64-6A47-96B2-F3BF-327A7B3D3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9331547-8BA2-BAB7-22DC-90575B36D3F7}"/>
              </a:ext>
            </a:extLst>
          </p:cNvPr>
          <p:cNvSpPr txBox="1"/>
          <p:nvPr/>
        </p:nvSpPr>
        <p:spPr>
          <a:xfrm>
            <a:off x="387661" y="298813"/>
            <a:ext cx="500917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rPr lang="en-US" dirty="0"/>
              <a:t>Manage Session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rPr lang="en-US" dirty="0"/>
              <a:t>Co-Teacher Editing Permissions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A1038A3-A029-7119-7B36-7FF64E15E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8445" y="533880"/>
            <a:ext cx="6075893" cy="3746681"/>
          </a:xfrm>
          <a:prstGeom prst="rect">
            <a:avLst/>
          </a:prstGeom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E37A5C8-5FE9-30A2-FA41-59EB47353840}"/>
              </a:ext>
            </a:extLst>
          </p:cNvPr>
          <p:cNvSpPr/>
          <p:nvPr/>
        </p:nvSpPr>
        <p:spPr>
          <a:xfrm>
            <a:off x="5728447" y="1341198"/>
            <a:ext cx="6075891" cy="29422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B78FCA-738A-6297-3E70-CC855654126D}"/>
              </a:ext>
            </a:extLst>
          </p:cNvPr>
          <p:cNvSpPr txBox="1"/>
          <p:nvPr/>
        </p:nvSpPr>
        <p:spPr>
          <a:xfrm>
            <a:off x="387661" y="1167068"/>
            <a:ext cx="5304064" cy="3696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19048"/>
              </a:lnSpc>
              <a:spcAft>
                <a:spcPts val="2400"/>
              </a:spcAft>
              <a:buNone/>
            </a:pPr>
            <a:r>
              <a:rPr lang="en-CA" dirty="0">
                <a:latin typeface="+mj-lt"/>
              </a:rPr>
              <a:t>If the </a:t>
            </a:r>
            <a:r>
              <a:rPr lang="en-CA" b="1" dirty="0">
                <a:latin typeface="+mj-lt"/>
              </a:rPr>
              <a:t>Can Edit</a:t>
            </a:r>
            <a:r>
              <a:rPr lang="en-CA" dirty="0">
                <a:latin typeface="+mj-lt"/>
              </a:rPr>
              <a:t> option is not enabled, co-teachers can view the </a:t>
            </a:r>
            <a:r>
              <a:rPr lang="en-CA" b="1" dirty="0">
                <a:latin typeface="+mj-lt"/>
              </a:rPr>
              <a:t>Manage Session</a:t>
            </a:r>
            <a:r>
              <a:rPr lang="en-CA" dirty="0">
                <a:latin typeface="+mj-lt"/>
              </a:rPr>
              <a:t> page but cannot make any changes.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dirty="0">
                <a:latin typeface="+mj-lt"/>
              </a:rPr>
              <a:t>When </a:t>
            </a:r>
            <a:r>
              <a:rPr lang="en-CA" b="1" dirty="0">
                <a:latin typeface="+mj-lt"/>
              </a:rPr>
              <a:t>Can Edit</a:t>
            </a:r>
            <a:r>
              <a:rPr lang="en-CA" dirty="0">
                <a:latin typeface="+mj-lt"/>
              </a:rPr>
              <a:t> is enabled, co-teachers can perform the same session management tasks as the primary teacher, including:</a:t>
            </a:r>
          </a:p>
          <a:p>
            <a:pPr marL="342900" lvl="0" indent="-342900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Marking attendance</a:t>
            </a:r>
          </a:p>
          <a:p>
            <a:pPr marL="342900" lvl="0" indent="-342900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Adding notes</a:t>
            </a:r>
          </a:p>
          <a:p>
            <a:pPr marL="342900" lvl="0" indent="-342900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Recording activities</a:t>
            </a:r>
          </a:p>
          <a:p>
            <a:pPr marL="342900" lvl="0" indent="-342900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Updating session information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6CEDC79D-4088-C157-0E4B-A5955041E89C}"/>
                  </a:ext>
                </a:extLst>
              </p14:cNvPr>
              <p14:cNvContentPartPr/>
              <p14:nvPr/>
            </p14:nvContentPartPr>
            <p14:xfrm>
              <a:off x="11204781" y="2512862"/>
              <a:ext cx="210960" cy="3294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6CEDC79D-4088-C157-0E4B-A5955041E89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198661" y="2506742"/>
                <a:ext cx="223200" cy="34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AC179FF2-742B-59A7-649A-8231FC8C8B4C}"/>
                  </a:ext>
                </a:extLst>
              </p14:cNvPr>
              <p14:cNvContentPartPr/>
              <p14:nvPr/>
            </p14:nvContentPartPr>
            <p14:xfrm>
              <a:off x="11018571" y="2454722"/>
              <a:ext cx="140760" cy="1162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AC179FF2-742B-59A7-649A-8231FC8C8B4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1012451" y="2448602"/>
                <a:ext cx="153000" cy="128520"/>
              </a:xfrm>
              <a:prstGeom prst="rect">
                <a:avLst/>
              </a:prstGeom>
            </p:spPr>
          </p:pic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A5853C23-CA6E-4616-3A6F-786DF88C2EC4}"/>
              </a:ext>
            </a:extLst>
          </p:cNvPr>
          <p:cNvSpPr txBox="1"/>
          <p:nvPr/>
        </p:nvSpPr>
        <p:spPr>
          <a:xfrm>
            <a:off x="387660" y="5028243"/>
            <a:ext cx="11416677" cy="421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19048"/>
              </a:lnSpc>
              <a:buNone/>
            </a:pPr>
            <a:r>
              <a:rPr lang="en-CA" sz="1800" dirty="0">
                <a:latin typeface="+mj-lt"/>
              </a:rPr>
              <a:t>If multiple co-teachers or assistants are assigned to a session, you can choose which individuals have editing permissions.</a:t>
            </a:r>
          </a:p>
        </p:txBody>
      </p:sp>
    </p:spTree>
    <p:extLst>
      <p:ext uri="{BB962C8B-B14F-4D97-AF65-F5344CB8AC3E}">
        <p14:creationId xmlns:p14="http://schemas.microsoft.com/office/powerpoint/2010/main" val="33276889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1CE85-6673-6EFF-69E4-50E93C002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8F23E16-40F6-BF2F-F142-0FAD0265388D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BB69B2A-836A-35E6-78E6-8B9E70F7DF80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7ECD2A7-DE39-3B02-8C8B-2ED582819B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EBFE36-5857-5456-A386-70C1CB1C386D}"/>
              </a:ext>
            </a:extLst>
          </p:cNvPr>
          <p:cNvSpPr txBox="1"/>
          <p:nvPr/>
        </p:nvSpPr>
        <p:spPr>
          <a:xfrm>
            <a:off x="387661" y="298813"/>
            <a:ext cx="500917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rPr lang="en-US" dirty="0"/>
              <a:t>Manage Session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rPr lang="en-US" dirty="0"/>
              <a:t>Rescheduling a 1-on-1 Session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41D017E-4E4D-4A4E-47BD-FF9BC57DA9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8445" y="533880"/>
            <a:ext cx="6075893" cy="3746681"/>
          </a:xfrm>
          <a:prstGeom prst="rect">
            <a:avLst/>
          </a:prstGeom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DF48CBD-713C-E6D6-5822-B9F1A8B13C14}"/>
              </a:ext>
            </a:extLst>
          </p:cNvPr>
          <p:cNvSpPr/>
          <p:nvPr/>
        </p:nvSpPr>
        <p:spPr>
          <a:xfrm>
            <a:off x="7279342" y="1945341"/>
            <a:ext cx="2949388" cy="7888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068142-438C-8C23-4064-F6AF4DFBC6EA}"/>
              </a:ext>
            </a:extLst>
          </p:cNvPr>
          <p:cNvSpPr txBox="1"/>
          <p:nvPr/>
        </p:nvSpPr>
        <p:spPr>
          <a:xfrm>
            <a:off x="387661" y="1168724"/>
            <a:ext cx="5304064" cy="435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19048"/>
              </a:lnSpc>
              <a:buNone/>
            </a:pPr>
            <a:r>
              <a:rPr lang="en-CA" dirty="0">
                <a:latin typeface="+mj-lt"/>
              </a:rPr>
              <a:t>If you teach a </a:t>
            </a:r>
            <a:r>
              <a:rPr lang="en-CA" b="1" dirty="0">
                <a:latin typeface="+mj-lt"/>
              </a:rPr>
              <a:t>1-on-1 class</a:t>
            </a:r>
            <a:r>
              <a:rPr lang="en-CA" dirty="0">
                <a:latin typeface="+mj-lt"/>
              </a:rPr>
              <a:t> and need to reschedule a session, use the </a:t>
            </a:r>
            <a:r>
              <a:rPr lang="en-CA" b="1" dirty="0">
                <a:latin typeface="+mj-lt"/>
              </a:rPr>
              <a:t>date and time fields</a:t>
            </a:r>
            <a:r>
              <a:rPr lang="en-CA" dirty="0">
                <a:latin typeface="+mj-lt"/>
              </a:rPr>
              <a:t> in this section to select a new date and time.</a:t>
            </a:r>
          </a:p>
          <a:p>
            <a:pPr fontAlgn="t">
              <a:lnSpc>
                <a:spcPct val="119048"/>
              </a:lnSpc>
              <a:buNone/>
            </a:pPr>
            <a:endParaRPr lang="en-CA" dirty="0">
              <a:latin typeface="+mj-lt"/>
            </a:endParaRPr>
          </a:p>
          <a:p>
            <a:pPr fontAlgn="t">
              <a:lnSpc>
                <a:spcPct val="119048"/>
              </a:lnSpc>
              <a:buNone/>
            </a:pPr>
            <a:r>
              <a:rPr lang="en-CA" b="1" dirty="0">
                <a:latin typeface="+mj-lt"/>
              </a:rPr>
              <a:t>Important:</a:t>
            </a:r>
            <a:endParaRPr lang="en-CA" dirty="0">
              <a:latin typeface="+mj-lt"/>
            </a:endParaRPr>
          </a:p>
          <a:p>
            <a:pPr marL="342900" lvl="0" indent="-109538" fontAlgn="t">
              <a:lnSpc>
                <a:spcPct val="11904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Use this option only when you are rescheduling a session in advance.</a:t>
            </a:r>
          </a:p>
          <a:p>
            <a:pPr marL="342900" lvl="0" indent="-109538" fontAlgn="t">
              <a:lnSpc>
                <a:spcPct val="11904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Do </a:t>
            </a:r>
            <a:r>
              <a:rPr lang="en-CA" b="1" dirty="0">
                <a:latin typeface="+mj-lt"/>
              </a:rPr>
              <a:t>not</a:t>
            </a:r>
            <a:r>
              <a:rPr lang="en-CA" dirty="0">
                <a:latin typeface="+mj-lt"/>
              </a:rPr>
              <a:t> use this feature when a student misses a session.</a:t>
            </a:r>
          </a:p>
          <a:p>
            <a:pPr marL="342900" lvl="0" indent="-109538" fontAlgn="t">
              <a:lnSpc>
                <a:spcPct val="11904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Sessions that require a </a:t>
            </a:r>
            <a:r>
              <a:rPr lang="en-CA" b="1" dirty="0">
                <a:latin typeface="+mj-lt"/>
              </a:rPr>
              <a:t>make-up session</a:t>
            </a:r>
            <a:r>
              <a:rPr lang="en-CA" dirty="0">
                <a:latin typeface="+mj-lt"/>
              </a:rPr>
              <a:t> should be handled using the dedicated make-up session feature, which is covered later in this guide.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C39797-872F-D975-651F-0B9197F0E023}"/>
              </a:ext>
            </a:extLst>
          </p:cNvPr>
          <p:cNvSpPr/>
          <p:nvPr/>
        </p:nvSpPr>
        <p:spPr>
          <a:xfrm>
            <a:off x="5817003" y="3209364"/>
            <a:ext cx="5899868" cy="53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51AED3-7F3D-7787-B04D-2AAAD099D041}"/>
              </a:ext>
            </a:extLst>
          </p:cNvPr>
          <p:cNvSpPr txBox="1"/>
          <p:nvPr/>
        </p:nvSpPr>
        <p:spPr>
          <a:xfrm>
            <a:off x="5683624" y="4568631"/>
            <a:ext cx="6140824" cy="1512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None/>
              <a:defRPr sz="1800">
                <a:solidFill>
                  <a:srgbClr val="6C757D"/>
                </a:solidFill>
                <a:latin typeface="Segoe UI"/>
              </a:defRPr>
            </a:pPr>
            <a:r>
              <a:rPr lang="en-CA" dirty="0">
                <a:solidFill>
                  <a:srgbClr val="6C757D"/>
                </a:solidFill>
                <a:latin typeface="Segoe UI"/>
              </a:rPr>
              <a:t>Class Location</a:t>
            </a:r>
          </a:p>
          <a:p>
            <a:pPr fontAlgn="t">
              <a:lnSpc>
                <a:spcPct val="119048"/>
              </a:lnSpc>
              <a:spcAft>
                <a:spcPts val="1200"/>
              </a:spcAft>
            </a:pPr>
            <a:r>
              <a:rPr lang="en-CA" dirty="0">
                <a:latin typeface="+mj-lt"/>
              </a:rPr>
              <a:t>If the class location has changed, you can update it using this field. Changes will be saved to the session once you save your updates.</a:t>
            </a:r>
          </a:p>
        </p:txBody>
      </p:sp>
    </p:spTree>
    <p:extLst>
      <p:ext uri="{BB962C8B-B14F-4D97-AF65-F5344CB8AC3E}">
        <p14:creationId xmlns:p14="http://schemas.microsoft.com/office/powerpoint/2010/main" val="2858900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D3B84-A828-40A3-80DF-333F9655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9CE95FF-C0C3-5B42-2199-6A5B215C6966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B04793B-DEDE-A0FF-85F0-283B724720B9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D63ECAE-94FE-0708-6C7E-0C26CBF11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249981D6-2D0E-3185-828E-C5A3CBAF76A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0531"/>
          <a:stretch>
            <a:fillRect/>
          </a:stretch>
        </p:blipFill>
        <p:spPr>
          <a:xfrm>
            <a:off x="4670491" y="508337"/>
            <a:ext cx="7354403" cy="2118322"/>
          </a:xfrm>
          <a:prstGeom prst="rect">
            <a:avLst/>
          </a:prstGeom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78D8A83-90AA-6171-EFC8-F430489DB218}"/>
              </a:ext>
            </a:extLst>
          </p:cNvPr>
          <p:cNvSpPr txBox="1"/>
          <p:nvPr/>
        </p:nvSpPr>
        <p:spPr>
          <a:xfrm>
            <a:off x="387661" y="298813"/>
            <a:ext cx="500917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rPr lang="en-US" dirty="0"/>
              <a:t>Manage Session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rPr lang="en-US" dirty="0"/>
              <a:t>Session Status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003C86B-1C29-CAB5-2D64-EBE1F8A9E9A3}"/>
              </a:ext>
            </a:extLst>
          </p:cNvPr>
          <p:cNvSpPr/>
          <p:nvPr/>
        </p:nvSpPr>
        <p:spPr>
          <a:xfrm>
            <a:off x="10587317" y="1676400"/>
            <a:ext cx="1437577" cy="6454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85C77-F9DA-CD6C-992D-91A8F6BC3EDA}"/>
              </a:ext>
            </a:extLst>
          </p:cNvPr>
          <p:cNvSpPr txBox="1"/>
          <p:nvPr/>
        </p:nvSpPr>
        <p:spPr>
          <a:xfrm>
            <a:off x="387661" y="1268044"/>
            <a:ext cx="4282830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19048"/>
              </a:lnSpc>
              <a:spcAft>
                <a:spcPts val="1200"/>
              </a:spcAft>
              <a:buNone/>
            </a:pPr>
            <a:r>
              <a:rPr lang="en-CA" sz="1600" b="1" i="0" dirty="0">
                <a:effectLst/>
                <a:latin typeface="+mj-lt"/>
              </a:rPr>
              <a:t>Session Status</a:t>
            </a:r>
            <a:r>
              <a:rPr lang="en-CA" sz="1600" b="0" i="0" dirty="0">
                <a:effectLst/>
                <a:latin typeface="+mj-lt"/>
              </a:rPr>
              <a:t> indicates the current state of the session.</a:t>
            </a:r>
          </a:p>
          <a:p>
            <a:pPr fontAlgn="t">
              <a:lnSpc>
                <a:spcPct val="119048"/>
              </a:lnSpc>
              <a:spcAft>
                <a:spcPts val="1200"/>
              </a:spcAft>
              <a:buNone/>
            </a:pPr>
            <a:r>
              <a:rPr lang="en-CA" sz="1600" b="0" i="0" dirty="0">
                <a:effectLst/>
                <a:latin typeface="+mj-lt"/>
              </a:rPr>
              <a:t>By default, all sessions are set to </a:t>
            </a:r>
            <a:r>
              <a:rPr lang="en-CA" sz="1600" b="1" i="0" dirty="0">
                <a:effectLst/>
                <a:latin typeface="+mj-lt"/>
              </a:rPr>
              <a:t>Scheduled</a:t>
            </a:r>
            <a:r>
              <a:rPr lang="en-CA" sz="1600" b="0" i="0" dirty="0">
                <a:effectLst/>
                <a:latin typeface="+mj-lt"/>
              </a:rPr>
              <a:t>, which appears as </a:t>
            </a:r>
            <a:r>
              <a:rPr lang="en-CA" sz="1600" b="1" i="0" dirty="0">
                <a:effectLst/>
                <a:latin typeface="+mj-lt"/>
              </a:rPr>
              <a:t>Pending</a:t>
            </a:r>
            <a:r>
              <a:rPr lang="en-CA" sz="1600" b="0" i="0" dirty="0">
                <a:effectLst/>
                <a:latin typeface="+mj-lt"/>
              </a:rPr>
              <a:t> on session cards on MY SCHEDULE page.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DEFFD2-0094-719B-6CFE-F2296557E3F9}"/>
              </a:ext>
            </a:extLst>
          </p:cNvPr>
          <p:cNvSpPr txBox="1"/>
          <p:nvPr/>
        </p:nvSpPr>
        <p:spPr>
          <a:xfrm>
            <a:off x="387660" y="2995519"/>
            <a:ext cx="11637233" cy="186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19048"/>
              </a:lnSpc>
              <a:spcAft>
                <a:spcPts val="1200"/>
              </a:spcAft>
              <a:buNone/>
            </a:pPr>
            <a:r>
              <a:rPr lang="en-CA" sz="1600" b="0" i="0" dirty="0">
                <a:effectLst/>
                <a:latin typeface="+mj-lt"/>
              </a:rPr>
              <a:t>To update the status, click on the </a:t>
            </a:r>
            <a:r>
              <a:rPr lang="en-CA" sz="1600" b="1" dirty="0"/>
              <a:t>Session Status</a:t>
            </a:r>
            <a:r>
              <a:rPr lang="en-CA" sz="1600" dirty="0"/>
              <a:t> </a:t>
            </a:r>
            <a:r>
              <a:rPr lang="en-CA" sz="1600" b="0" i="0" dirty="0">
                <a:effectLst/>
                <a:latin typeface="+mj-lt"/>
              </a:rPr>
              <a:t>and pick a new status from the list. Then save the session to save the changes. The available status options may vary depending on whether the class is a </a:t>
            </a:r>
            <a:r>
              <a:rPr lang="en-CA" sz="1600" b="1" i="0" dirty="0">
                <a:effectLst/>
                <a:latin typeface="+mj-lt"/>
              </a:rPr>
              <a:t>group class</a:t>
            </a:r>
            <a:r>
              <a:rPr lang="en-CA" sz="1600" b="0" i="0" dirty="0">
                <a:effectLst/>
                <a:latin typeface="+mj-lt"/>
              </a:rPr>
              <a:t> or a </a:t>
            </a:r>
            <a:r>
              <a:rPr lang="en-CA" sz="1600" b="1" i="0" dirty="0">
                <a:effectLst/>
                <a:latin typeface="+mj-lt"/>
              </a:rPr>
              <a:t>1-on-1 class</a:t>
            </a:r>
            <a:r>
              <a:rPr lang="en-CA" sz="1600" b="0" i="0" dirty="0">
                <a:effectLst/>
                <a:latin typeface="+mj-lt"/>
              </a:rPr>
              <a:t>. </a:t>
            </a:r>
          </a:p>
          <a:p>
            <a:pPr fontAlgn="t">
              <a:lnSpc>
                <a:spcPct val="119048"/>
              </a:lnSpc>
              <a:spcAft>
                <a:spcPts val="1200"/>
              </a:spcAft>
              <a:buNone/>
            </a:pPr>
            <a:r>
              <a:rPr lang="en-CA" sz="1600" b="0" i="0" dirty="0">
                <a:effectLst/>
                <a:latin typeface="+mj-lt"/>
              </a:rPr>
              <a:t>For a </a:t>
            </a:r>
            <a:r>
              <a:rPr lang="en-CA" sz="1600" b="1" i="0" dirty="0">
                <a:effectLst/>
                <a:latin typeface="+mj-lt"/>
              </a:rPr>
              <a:t>group class</a:t>
            </a:r>
            <a:r>
              <a:rPr lang="en-CA" sz="1600" b="0" i="0" dirty="0">
                <a:effectLst/>
                <a:latin typeface="+mj-lt"/>
              </a:rPr>
              <a:t> you can see these status options: Completed, Scheduled, and Merged Session. </a:t>
            </a:r>
          </a:p>
          <a:p>
            <a:pPr fontAlgn="t">
              <a:lnSpc>
                <a:spcPct val="119048"/>
              </a:lnSpc>
              <a:spcAft>
                <a:spcPts val="1200"/>
              </a:spcAft>
              <a:buNone/>
            </a:pPr>
            <a:r>
              <a:rPr lang="en-CA" sz="1600" b="0" i="0" dirty="0">
                <a:effectLst/>
                <a:latin typeface="+mj-lt"/>
              </a:rPr>
              <a:t>For a </a:t>
            </a:r>
            <a:r>
              <a:rPr lang="en-CA" sz="1600" b="1" i="0" dirty="0">
                <a:effectLst/>
                <a:latin typeface="+mj-lt"/>
              </a:rPr>
              <a:t>1-on-1 class</a:t>
            </a:r>
            <a:r>
              <a:rPr lang="en-CA" sz="1600" b="0" i="0" dirty="0">
                <a:effectLst/>
                <a:latin typeface="+mj-lt"/>
              </a:rPr>
              <a:t> you see these status options: Completed, Scheduled, Missed Inform -24 hours, Missed informed +24 hours, Merged Session.</a:t>
            </a:r>
            <a:endParaRPr lang="en-CA" sz="1600" dirty="0">
              <a:latin typeface="+mj-lt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456C894-FD2F-D4A9-633F-C9CDB726B4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9477" y="4784020"/>
            <a:ext cx="4573611" cy="196316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6699342-57D2-B417-89F4-BD15A4DE27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4488" y="5148131"/>
            <a:ext cx="4379665" cy="1234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4456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C0392-B2DD-B98F-EC10-2B0FF2712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77CCBD7-7D1A-B8EB-047E-07DC7EBDA684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6FCB748-6686-0978-E403-4D708445429E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23CFCEF-BBEA-DD9E-E474-5C2D8B4266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9F0AF1E-BEAA-75F4-0D45-B9B392275C7C}"/>
              </a:ext>
            </a:extLst>
          </p:cNvPr>
          <p:cNvSpPr txBox="1"/>
          <p:nvPr/>
        </p:nvSpPr>
        <p:spPr>
          <a:xfrm>
            <a:off x="387661" y="298813"/>
            <a:ext cx="500917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rPr lang="en-US" dirty="0"/>
              <a:t>Manage Session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rPr lang="en-US" dirty="0"/>
              <a:t>Session Status/</a:t>
            </a:r>
            <a:r>
              <a:rPr lang="en-US" dirty="0" err="1"/>
              <a:t>Compeleted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ABCB3A-F3E4-C27B-5D33-FEB09999F530}"/>
              </a:ext>
            </a:extLst>
          </p:cNvPr>
          <p:cNvSpPr txBox="1"/>
          <p:nvPr/>
        </p:nvSpPr>
        <p:spPr>
          <a:xfrm>
            <a:off x="387660" y="1114194"/>
            <a:ext cx="6515163" cy="336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19048"/>
              </a:lnSpc>
              <a:spcAft>
                <a:spcPts val="1200"/>
              </a:spcAft>
              <a:buNone/>
            </a:pPr>
            <a:r>
              <a:rPr lang="en-CA" dirty="0">
                <a:latin typeface="+mj-lt"/>
              </a:rPr>
              <a:t>Select </a:t>
            </a:r>
            <a:r>
              <a:rPr lang="en-CA" b="1" dirty="0">
                <a:latin typeface="+mj-lt"/>
              </a:rPr>
              <a:t>Completed</a:t>
            </a:r>
            <a:r>
              <a:rPr lang="en-CA" dirty="0">
                <a:latin typeface="+mj-lt"/>
              </a:rPr>
              <a:t> when the session has been fully delivered and all required tasks have been finished. This typically includes:</a:t>
            </a:r>
          </a:p>
          <a:p>
            <a:pPr marL="342900" lvl="0" indent="-173038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Attendance has been marked.</a:t>
            </a:r>
          </a:p>
          <a:p>
            <a:pPr marL="342900" lvl="0" indent="-173038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Session notes have been entered. (If any)</a:t>
            </a:r>
          </a:p>
          <a:p>
            <a:pPr marL="342900" lvl="0" indent="-173038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Any student cases or incidents have been reported.</a:t>
            </a:r>
          </a:p>
          <a:p>
            <a:pPr marL="342900" lvl="0" indent="-173038" fontAlgn="t">
              <a:lnSpc>
                <a:spcPct val="119048"/>
              </a:lnSpc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Activities have been recorded, if applicable.</a:t>
            </a:r>
          </a:p>
          <a:p>
            <a:pPr marL="342900" lvl="0" indent="-173038" fontAlgn="t">
              <a:lnSpc>
                <a:spcPct val="11904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CA" dirty="0">
                <a:latin typeface="+mj-lt"/>
              </a:rPr>
              <a:t>Any reports associated with the session have been completed.</a:t>
            </a:r>
          </a:p>
          <a:p>
            <a:pPr fontAlgn="t">
              <a:lnSpc>
                <a:spcPct val="119048"/>
              </a:lnSpc>
              <a:buNone/>
            </a:pPr>
            <a:r>
              <a:rPr lang="en-CA" dirty="0">
                <a:latin typeface="+mj-lt"/>
              </a:rPr>
              <a:t>Once all required information has been entered, change the </a:t>
            </a:r>
            <a:r>
              <a:rPr lang="en-CA" b="1" dirty="0">
                <a:latin typeface="+mj-lt"/>
              </a:rPr>
              <a:t>Session Status</a:t>
            </a:r>
            <a:r>
              <a:rPr lang="en-CA" dirty="0">
                <a:latin typeface="+mj-lt"/>
              </a:rPr>
              <a:t> to </a:t>
            </a:r>
            <a:r>
              <a:rPr lang="en-CA" b="1" dirty="0">
                <a:latin typeface="+mj-lt"/>
              </a:rPr>
              <a:t>Completed</a:t>
            </a:r>
            <a:r>
              <a:rPr lang="en-CA" dirty="0">
                <a:latin typeface="+mj-lt"/>
              </a:rPr>
              <a:t> and save the session.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9702465-6AF8-578F-47C1-6C5435405D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7523" y="2468691"/>
            <a:ext cx="4573611" cy="196316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74E3C2A-B730-EA46-145B-E7A0CF3EE7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7523" y="769965"/>
            <a:ext cx="4379665" cy="12349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3B25066-6A5B-614C-4AA3-7C4FE58BBA40}"/>
              </a:ext>
            </a:extLst>
          </p:cNvPr>
          <p:cNvSpPr/>
          <p:nvPr/>
        </p:nvSpPr>
        <p:spPr>
          <a:xfrm>
            <a:off x="8497492" y="1363128"/>
            <a:ext cx="1437577" cy="6454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0D0847-90B3-47BC-1AD7-D76E86E37197}"/>
              </a:ext>
            </a:extLst>
          </p:cNvPr>
          <p:cNvSpPr/>
          <p:nvPr/>
        </p:nvSpPr>
        <p:spPr>
          <a:xfrm>
            <a:off x="8193740" y="3120715"/>
            <a:ext cx="1120589" cy="733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E95564-7750-02C9-3365-1F8A082A9852}"/>
              </a:ext>
            </a:extLst>
          </p:cNvPr>
          <p:cNvSpPr txBox="1"/>
          <p:nvPr/>
        </p:nvSpPr>
        <p:spPr>
          <a:xfrm>
            <a:off x="387660" y="4514574"/>
            <a:ext cx="11213474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ts val="2100"/>
              </a:lnSpc>
              <a:buNone/>
            </a:pPr>
            <a:r>
              <a:rPr lang="en-CA" b="0" i="0" dirty="0">
                <a:effectLst/>
                <a:latin typeface="+mn-lt"/>
              </a:rPr>
              <a:t>After saving a session with the </a:t>
            </a:r>
            <a:r>
              <a:rPr lang="en-CA" b="1" i="0" dirty="0">
                <a:effectLst/>
                <a:latin typeface="+mn-lt"/>
              </a:rPr>
              <a:t>Completed</a:t>
            </a:r>
            <a:r>
              <a:rPr lang="en-CA" b="0" i="0" dirty="0">
                <a:effectLst/>
                <a:latin typeface="+mn-lt"/>
              </a:rPr>
              <a:t> status:</a:t>
            </a:r>
          </a:p>
          <a:p>
            <a:pPr marL="342900" lvl="0" indent="-109538" fontAlgn="t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CA" b="0" i="0" dirty="0">
                <a:effectLst/>
                <a:latin typeface="+mn-lt"/>
              </a:rPr>
              <a:t>The session is automatically included in your </a:t>
            </a:r>
            <a:r>
              <a:rPr lang="en-CA" b="1" i="0" dirty="0">
                <a:effectLst/>
                <a:latin typeface="+mn-lt"/>
              </a:rPr>
              <a:t>timesheet</a:t>
            </a:r>
            <a:r>
              <a:rPr lang="en-CA" b="0" i="0" dirty="0">
                <a:effectLst/>
                <a:latin typeface="+mn-lt"/>
              </a:rPr>
              <a:t>.</a:t>
            </a:r>
          </a:p>
          <a:p>
            <a:pPr marL="342900" lvl="0" indent="-109538" fontAlgn="t">
              <a:lnSpc>
                <a:spcPts val="21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CA" b="0" i="0" dirty="0">
                <a:effectLst/>
                <a:latin typeface="+mn-lt"/>
              </a:rPr>
              <a:t>The session card on the </a:t>
            </a:r>
            <a:r>
              <a:rPr lang="en-CA" b="1" i="0" dirty="0">
                <a:effectLst/>
                <a:latin typeface="+mn-lt"/>
              </a:rPr>
              <a:t>My Schedule</a:t>
            </a:r>
            <a:r>
              <a:rPr lang="en-CA" b="0" i="0" dirty="0">
                <a:effectLst/>
                <a:latin typeface="+mn-lt"/>
              </a:rPr>
              <a:t> page changes to </a:t>
            </a:r>
            <a:r>
              <a:rPr lang="en-CA" b="1" i="0" dirty="0">
                <a:effectLst/>
                <a:latin typeface="+mn-lt"/>
              </a:rPr>
              <a:t>green</a:t>
            </a:r>
            <a:r>
              <a:rPr lang="en-CA" b="0" i="0" dirty="0">
                <a:effectLst/>
                <a:latin typeface="+mn-lt"/>
              </a:rPr>
              <a:t>, indicating that the session has been completed successfully.</a:t>
            </a:r>
            <a:endParaRPr lang="en-CA" sz="1100" b="0" i="0" dirty="0">
              <a:effectLst/>
              <a:latin typeface="+mn-lt"/>
            </a:endParaRPr>
          </a:p>
          <a:p>
            <a:pPr fontAlgn="t">
              <a:lnSpc>
                <a:spcPct val="100000"/>
              </a:lnSpc>
            </a:pPr>
            <a:r>
              <a:rPr lang="en-CA" b="1" dirty="0"/>
              <a:t>Important:</a:t>
            </a:r>
            <a:r>
              <a:rPr lang="en-CA" dirty="0"/>
              <a:t> Always update the status of your sessions to </a:t>
            </a:r>
            <a:r>
              <a:rPr lang="en-CA" b="1" dirty="0"/>
              <a:t>Completed</a:t>
            </a:r>
            <a:r>
              <a:rPr lang="en-CA" dirty="0"/>
              <a:t> after you finish teaching them. This ensures the session is recorded correctly and included in your timesheet.</a:t>
            </a:r>
          </a:p>
        </p:txBody>
      </p:sp>
    </p:spTree>
    <p:extLst>
      <p:ext uri="{BB962C8B-B14F-4D97-AF65-F5344CB8AC3E}">
        <p14:creationId xmlns:p14="http://schemas.microsoft.com/office/powerpoint/2010/main" val="3519077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6DCE9-5024-53A2-8653-5F644B67A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7C7409B-DCA4-DACE-B7C5-5A2B8322649B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E9EA09-261B-1FD8-FD18-9C4BB1322DB4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BD78859-0C26-8540-4084-455BDA292E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06F51C3-66A1-5867-BB89-4D8F920DC497}"/>
              </a:ext>
            </a:extLst>
          </p:cNvPr>
          <p:cNvSpPr txBox="1"/>
          <p:nvPr/>
        </p:nvSpPr>
        <p:spPr>
          <a:xfrm>
            <a:off x="387661" y="298813"/>
            <a:ext cx="500917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rPr lang="en-US" dirty="0"/>
              <a:t>Manage Session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rPr lang="en-US" dirty="0"/>
              <a:t>Merged Session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343008-DB1A-C9A1-DA1C-A5C6CB2CE9FE}"/>
              </a:ext>
            </a:extLst>
          </p:cNvPr>
          <p:cNvSpPr txBox="1"/>
          <p:nvPr/>
        </p:nvSpPr>
        <p:spPr>
          <a:xfrm>
            <a:off x="387660" y="1416301"/>
            <a:ext cx="6174505" cy="2426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ts val="2600"/>
              </a:lnSpc>
              <a:buNone/>
            </a:pPr>
            <a:r>
              <a:rPr lang="en-CA" sz="1800" b="0" i="0" dirty="0">
                <a:effectLst/>
                <a:latin typeface="+mn-lt"/>
              </a:rPr>
              <a:t>Use the </a:t>
            </a:r>
            <a:r>
              <a:rPr lang="en-CA" sz="1800" b="1" i="0" dirty="0">
                <a:effectLst/>
                <a:latin typeface="+mn-lt"/>
              </a:rPr>
              <a:t>Merged Session</a:t>
            </a:r>
            <a:r>
              <a:rPr lang="en-CA" sz="1800" b="0" i="0" dirty="0">
                <a:effectLst/>
                <a:latin typeface="+mn-lt"/>
              </a:rPr>
              <a:t> status when you want to combine your session with another teacher’s session.</a:t>
            </a:r>
          </a:p>
          <a:p>
            <a:pPr fontAlgn="t">
              <a:lnSpc>
                <a:spcPts val="2600"/>
              </a:lnSpc>
              <a:spcAft>
                <a:spcPts val="1800"/>
              </a:spcAft>
              <a:buNone/>
            </a:pPr>
            <a:r>
              <a:rPr lang="en-CA" sz="1800" b="0" i="0" dirty="0">
                <a:effectLst/>
                <a:latin typeface="+mn-lt"/>
              </a:rPr>
              <a:t>When you select this status, a window will open prompting you to choose the teacher who will take responsibility for the merged session. The selected teacher must already have a scheduled class during the same time period; otherwise, the merge cannot be completed.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6508049-33C2-57DE-A650-51E4110B7D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753" y="645458"/>
            <a:ext cx="5219734" cy="286478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2DA2B3E-D558-C0A6-DCA3-73D0300583A9}"/>
              </a:ext>
            </a:extLst>
          </p:cNvPr>
          <p:cNvSpPr txBox="1"/>
          <p:nvPr/>
        </p:nvSpPr>
        <p:spPr>
          <a:xfrm>
            <a:off x="387661" y="3934240"/>
            <a:ext cx="114166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ts val="2400"/>
              </a:lnSpc>
              <a:buNone/>
            </a:pPr>
            <a:r>
              <a:rPr lang="en-CA" sz="1800" b="1" i="0" dirty="0">
                <a:effectLst/>
                <a:latin typeface="+mn-lt"/>
              </a:rPr>
              <a:t>Important:</a:t>
            </a:r>
            <a:endParaRPr lang="en-CA" sz="1800" b="0" i="0" dirty="0">
              <a:effectLst/>
              <a:latin typeface="+mn-lt"/>
            </a:endParaRPr>
          </a:p>
          <a:p>
            <a:pPr marL="342900" lvl="0" indent="-342900" fontAlgn="t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CA" sz="1800" b="0" i="0" dirty="0">
                <a:effectLst/>
                <a:latin typeface="+mn-lt"/>
              </a:rPr>
              <a:t>Once a session is merged, the selected teacher becomes responsible for managing and teaching the session.</a:t>
            </a:r>
          </a:p>
          <a:p>
            <a:pPr marL="342900" lvl="0" indent="-342900" fontAlgn="t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CA" sz="1800" b="0" i="0" dirty="0">
                <a:effectLst/>
                <a:latin typeface="+mn-lt"/>
              </a:rPr>
              <a:t>The assigned teacher will be paid for the session hours. As the original teacher, you will not be paid for that session.</a:t>
            </a:r>
          </a:p>
          <a:p>
            <a:pPr marL="342900" lvl="0" indent="-342900" fontAlgn="t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CA" sz="1800" b="0" i="0" dirty="0">
                <a:effectLst/>
                <a:latin typeface="+mn-lt"/>
              </a:rPr>
              <a:t>You will still be able to view the session, and the assigned teacher will also see it in their schedule and be able to manage it.</a:t>
            </a:r>
          </a:p>
          <a:p>
            <a:pPr marL="342900" lvl="0" indent="-342900" fontAlgn="t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CA" sz="1800" b="0" i="0" dirty="0">
                <a:effectLst/>
                <a:latin typeface="+mn-lt"/>
              </a:rPr>
              <a:t>Before merging a session, you must obtain verbal or written approval from the School Office.</a:t>
            </a:r>
            <a:endParaRPr lang="en-CA" sz="1800" b="0" i="0" dirty="0"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39676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t>Where to start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t>School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530352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rPr dirty="0"/>
              <a:t>Log in</a:t>
            </a:r>
            <a:r>
              <a:rPr lang="en-US" dirty="0"/>
              <a:t> into the app</a:t>
            </a:r>
            <a:r>
              <a:rPr dirty="0"/>
              <a:t> →</a:t>
            </a:r>
            <a:r>
              <a:rPr lang="en-US" dirty="0"/>
              <a:t> </a:t>
            </a:r>
            <a:r>
              <a:rPr dirty="0"/>
              <a:t>Find card </a:t>
            </a:r>
            <a:r>
              <a:rPr b="1" dirty="0"/>
              <a:t>My Schedule Overview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rPr dirty="0"/>
              <a:t>Click Open My Schedule</a:t>
            </a:r>
          </a:p>
        </p:txBody>
      </p:sp>
      <p:pic>
        <p:nvPicPr>
          <p:cNvPr id="4" name="Picture 3" descr="01-dashboard-open-my-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325880"/>
            <a:ext cx="5669280" cy="45720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750312-4C4A-4160-B34D-1AE19E10DC29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3A74445-6501-D4F2-376B-20DDDEC67C81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4FC76B5-0735-7901-7383-22FEA81095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t>Schedule Overview at a glance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t>What am I teaching, when, and what's already done?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Page heading: Schedule Overview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My Profile / Self View (always you)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Summary: Active Range, hours, Items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Table: Session Details</a:t>
            </a:r>
          </a:p>
        </p:txBody>
      </p:sp>
      <p:pic>
        <p:nvPicPr>
          <p:cNvPr id="4" name="Picture 3" descr="02-schedule-overview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234440"/>
            <a:ext cx="5852160" cy="470916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46F9DF20-975D-3940-5E60-AA270E5C2A69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9A42F6D-ECB4-1AF4-D5CC-15C2FF054B37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B1F0B2B-9C64-B166-EA95-8EA533FE7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t>Set your filters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t>1. Anchor Date — often today</a:t>
            </a:r>
          </a:p>
          <a:p>
            <a:pPr>
              <a:spcAft>
                <a:spcPts val="10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t>2. Period — Daily, Weekly, Monthly, Seasonal, or Yearly</a:t>
            </a:r>
          </a:p>
          <a:p>
            <a:pPr>
              <a:spcAft>
                <a:spcPts val="10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t>3. Optional: With cases only (if your school uses cases)</a:t>
            </a:r>
          </a:p>
          <a:p>
            <a:pPr>
              <a:spcAft>
                <a:spcPts val="10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t>4. Click Load</a:t>
            </a:r>
          </a:p>
          <a:p>
            <a:pPr>
              <a:spcAft>
                <a:spcPts val="10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endParaRPr/>
          </a:p>
          <a:p>
            <a:pPr>
              <a:spcAft>
                <a:spcPts val="1000"/>
              </a:spcAft>
              <a:defRPr sz="1800">
                <a:solidFill>
                  <a:srgbClr val="212529"/>
                </a:solidFill>
                <a:latin typeface="Segoe UI"/>
              </a:defRPr>
            </a:pPr>
            <a:r>
              <a:t>Tip: No list? Check Anchor Date + period, then Load again.</a:t>
            </a:r>
          </a:p>
        </p:txBody>
      </p:sp>
      <p:pic>
        <p:nvPicPr>
          <p:cNvPr id="4" name="Picture 3" descr="03-filters-anchor-period-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234440"/>
            <a:ext cx="5852160" cy="470916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A416A8E1-B6FA-5DBB-9554-F76C64E2AD84}"/>
              </a:ext>
            </a:extLst>
          </p:cNvPr>
          <p:cNvGrpSpPr/>
          <p:nvPr/>
        </p:nvGrpSpPr>
        <p:grpSpPr>
          <a:xfrm>
            <a:off x="0" y="6537960"/>
            <a:ext cx="12191695" cy="320040"/>
            <a:chOff x="0" y="6537960"/>
            <a:chExt cx="12191695" cy="32004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7320C48-375C-74D4-7DDE-ABEB518E2C03}"/>
                </a:ext>
              </a:extLst>
            </p:cNvPr>
            <p:cNvSpPr/>
            <p:nvPr/>
          </p:nvSpPr>
          <p:spPr>
            <a:xfrm>
              <a:off x="0" y="6537960"/>
              <a:ext cx="12191695" cy="320040"/>
            </a:xfrm>
            <a:prstGeom prst="rect">
              <a:avLst/>
            </a:prstGeom>
            <a:solidFill>
              <a:srgbClr val="0D6E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 sz="1100">
                  <a:solidFill>
                    <a:srgbClr val="FFFFFF"/>
                  </a:solidFill>
                  <a:latin typeface="Segoe UI"/>
                </a:defRPr>
              </a:pPr>
              <a:endParaRPr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1D7B48E-E91C-C38B-F621-C6A08746BF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584" y="6553264"/>
              <a:ext cx="1158241" cy="27419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t>Read your schedule</a:t>
            </a:r>
          </a:p>
          <a:p>
            <a:pPr>
              <a:spcBef>
                <a:spcPts val="600"/>
              </a:spcBef>
              <a:defRPr sz="1800">
                <a:solidFill>
                  <a:srgbClr val="6C757D"/>
                </a:solidFill>
                <a:latin typeface="Segoe UI"/>
              </a:defRPr>
            </a:pPr>
            <a:r>
              <a:t>Session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Each row = one class session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Status shows open vs done (colors)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Role should show Teacher for sessions you lead</a:t>
            </a:r>
          </a:p>
        </p:txBody>
      </p:sp>
      <p:pic>
        <p:nvPicPr>
          <p:cNvPr id="4" name="Picture 3" descr="04-session-details-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234440"/>
            <a:ext cx="5852160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Segoe UI"/>
              </a:defRPr>
            </a:pPr>
            <a:r>
              <a:t>Teacher daily routine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t>Open Manage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Click the session row (or Details)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You land on Manage Session for that date and time</a:t>
            </a:r>
          </a:p>
        </p:txBody>
      </p:sp>
      <p:pic>
        <p:nvPicPr>
          <p:cNvPr id="4" name="Picture 3" descr="05-open-manage-s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234440"/>
            <a:ext cx="5852160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Segoe UI"/>
              </a:defRPr>
            </a:pPr>
            <a:r>
              <a:t>Teacher daily routine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t>Manage Session — quick tour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Top: class name, date, time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Session status (Required until finished)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Left menu: work areas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Save session and Close</a:t>
            </a:r>
          </a:p>
        </p:txBody>
      </p:sp>
      <p:pic>
        <p:nvPicPr>
          <p:cNvPr id="4" name="Picture 3" descr="06-manage-session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234440"/>
            <a:ext cx="5852160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Segoe UI"/>
              </a:defRPr>
            </a:pPr>
            <a:r>
              <a:t>Teacher daily routine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t>During class — your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529"/>
                </a:solidFill>
                <a:latin typeface="Segoe UI"/>
              </a:defRPr>
            </a:pPr>
            <a:r>
              <a:t>Attendance — mark Present, Late, Absent, etc.</a:t>
            </a:r>
          </a:p>
          <a:p>
            <a:pPr>
              <a:spcAft>
                <a:spcPts val="1000"/>
              </a:spcAft>
              <a:defRPr sz="1700">
                <a:solidFill>
                  <a:srgbClr val="212529"/>
                </a:solidFill>
                <a:latin typeface="Segoe UI"/>
              </a:defRPr>
            </a:pPr>
            <a:r>
              <a:t>Class Conduct — if your school requires it</a:t>
            </a:r>
          </a:p>
          <a:p>
            <a:pPr>
              <a:spcAft>
                <a:spcPts val="1000"/>
              </a:spcAft>
              <a:defRPr sz="1700">
                <a:solidFill>
                  <a:srgbClr val="212529"/>
                </a:solidFill>
                <a:latin typeface="Segoe UI"/>
              </a:defRPr>
            </a:pPr>
            <a:r>
              <a:t>Session &amp; notes — what happened today</a:t>
            </a:r>
          </a:p>
          <a:p>
            <a:pPr>
              <a:spcAft>
                <a:spcPts val="1000"/>
              </a:spcAft>
              <a:defRPr sz="1700">
                <a:solidFill>
                  <a:srgbClr val="212529"/>
                </a:solidFill>
                <a:latin typeface="Segoe UI"/>
              </a:defRPr>
            </a:pPr>
            <a:r>
              <a:t>Curriculum — Covered content (what you taught)</a:t>
            </a:r>
          </a:p>
          <a:p>
            <a:pPr>
              <a:spcAft>
                <a:spcPts val="1000"/>
              </a:spcAft>
              <a:defRPr sz="1700">
                <a:solidFill>
                  <a:srgbClr val="212529"/>
                </a:solidFill>
                <a:latin typeface="Segoe UI"/>
              </a:defRPr>
            </a:pPr>
            <a:r>
              <a:t>Reports, Book covering, Student Cases — if you see them</a:t>
            </a:r>
          </a:p>
        </p:txBody>
      </p:sp>
      <p:pic>
        <p:nvPicPr>
          <p:cNvPr id="4" name="Picture 3" descr="07-attendance-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234440"/>
            <a:ext cx="2788920" cy="2240280"/>
          </a:xfrm>
          <a:prstGeom prst="rect">
            <a:avLst/>
          </a:prstGeom>
        </p:spPr>
      </p:pic>
      <p:pic>
        <p:nvPicPr>
          <p:cNvPr id="5" name="Picture 4" descr="08-session-no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1234440"/>
            <a:ext cx="2788920" cy="22402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Segoe UI"/>
              </a:defRPr>
            </a:pPr>
            <a:r>
              <a:t>Teacher daily routine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t>Save as you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Tap Save session after attendance, notes, or curriculum changes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Leaving without saving can lose work — Close may warn you</a:t>
            </a:r>
          </a:p>
        </p:txBody>
      </p:sp>
      <p:pic>
        <p:nvPicPr>
          <p:cNvPr id="4" name="Picture 3" descr="06-manage-session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234440"/>
            <a:ext cx="5852160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Segoe UI"/>
              </a:defRPr>
            </a:pPr>
            <a:r>
              <a:t>Teacher daily routine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t>Finish the session — set status to Completed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Open Session status at the top of Manage Session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Choose Completed (your school's completed status)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Confirm Session completed check by the title when shown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Click Save session again</a:t>
            </a:r>
          </a:p>
        </p:txBody>
      </p:sp>
      <p:pic>
        <p:nvPicPr>
          <p:cNvPr id="4" name="Picture 3" descr="09-session-status-pi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234440"/>
            <a:ext cx="2834640" cy="2286000"/>
          </a:xfrm>
          <a:prstGeom prst="rect">
            <a:avLst/>
          </a:prstGeom>
        </p:spPr>
      </p:pic>
      <p:pic>
        <p:nvPicPr>
          <p:cNvPr id="5" name="Picture 4" descr="10-session-completed-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1234440"/>
            <a:ext cx="2834640" cy="228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Segoe UI"/>
              </a:defRPr>
            </a:pPr>
            <a:r>
              <a:t>Teacher daily routine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t>Back on Schedule Overview —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Return to Schedule Overview → Load (or refresh)</a:t>
            </a:r>
          </a:p>
          <a:p>
            <a:pPr>
              <a:spcAft>
                <a:spcPts val="1000"/>
              </a:spcAft>
              <a:defRPr sz="2000">
                <a:solidFill>
                  <a:srgbClr val="212529"/>
                </a:solidFill>
                <a:latin typeface="Segoe UI"/>
              </a:defRPr>
            </a:pPr>
            <a:r>
              <a:t>That row's Status should show Completed</a:t>
            </a:r>
          </a:p>
        </p:txBody>
      </p:sp>
      <p:pic>
        <p:nvPicPr>
          <p:cNvPr id="4" name="Picture 3" descr="11-verify-schedule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234440"/>
            <a:ext cx="5852160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Segoe UI"/>
              </a:defRPr>
            </a:pPr>
            <a:r>
              <a:t>Teacher daily routine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t>Quick fixes — keep calm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Segoe UI"/>
              </a:defRPr>
            </a:pPr>
            <a:r>
              <a:t>I don't see my class → wrong Anchor Date / period / forgot Load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Segoe UI"/>
              </a:defRPr>
            </a:pPr>
            <a:r>
              <a:t>I can't change status → session locked or edit window closed — contact office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Segoe UI"/>
              </a:defRPr>
            </a:pPr>
            <a:r>
              <a:t>Save is disabled → session may be read-only — contact office for corrections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4754880"/>
            <a:ext cx="10881360" cy="1188720"/>
          </a:xfrm>
          <a:prstGeom prst="rect">
            <a:avLst/>
          </a:prstGeom>
          <a:solidFill>
            <a:srgbClr val="F3F8FF"/>
          </a:solidFill>
          <a:ln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212529"/>
                </a:solidFill>
              </a:defRPr>
            </a:pPr>
            <a:r>
              <a:t>Need help? Contact your school office or IT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Segoe UI"/>
              </a:defRPr>
            </a:pPr>
            <a:r>
              <a:t>Teacher daily routine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12529"/>
                </a:solidFill>
                <a:latin typeface="Segoe UI"/>
              </a:defRPr>
            </a:pPr>
            <a:r>
              <a:t>Your daily routine — recap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1554480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12529"/>
                </a:solidFill>
                <a:latin typeface="Segoe UI"/>
              </a:defRPr>
            </a:pPr>
            <a:r>
              <a:t>Open My Schedule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2468880"/>
            <a:ext cx="502920" cy="502920"/>
          </a:xfrm>
          <a:prstGeom prst="ellipse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423160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12529"/>
                </a:solidFill>
                <a:latin typeface="Segoe UI"/>
              </a:defRPr>
            </a:pPr>
            <a:r>
              <a:t>Anchor Date + period → Load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3337560"/>
            <a:ext cx="502920" cy="502920"/>
          </a:xfrm>
          <a:prstGeom prst="ellipse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291840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12529"/>
                </a:solidFill>
                <a:latin typeface="Segoe UI"/>
              </a:defRPr>
            </a:pPr>
            <a:r>
              <a:t>Click session → Manage Session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4206240"/>
            <a:ext cx="502920" cy="502920"/>
          </a:xfrm>
          <a:prstGeom prst="ellipse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160520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12529"/>
                </a:solidFill>
                <a:latin typeface="Segoe UI"/>
              </a:defRPr>
            </a:pPr>
            <a:r>
              <a:t>Attendance · Notes · Curriculum (and other visible sections)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5074920"/>
            <a:ext cx="502920" cy="502920"/>
          </a:xfrm>
          <a:prstGeom prst="ellipse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5029200"/>
            <a:ext cx="9601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12529"/>
                </a:solidFill>
                <a:latin typeface="Segoe UI"/>
              </a:defRPr>
            </a:pPr>
            <a:r>
              <a:t>Session status = Completed → Save session</a:t>
            </a:r>
          </a:p>
        </p:txBody>
      </p:sp>
      <p:pic>
        <p:nvPicPr>
          <p:cNvPr id="13" name="Picture 12" descr="01-dashboard-open-my-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0"/>
            <a:ext cx="3566160" cy="18288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Segoe UI"/>
              </a:defRPr>
            </a:pPr>
            <a:r>
              <a:t>Handout: save this slide as PDF for your desk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2284</TotalTime>
  <Words>2359</Words>
  <Application>Microsoft Office PowerPoint</Application>
  <PresentationFormat>Widescreen</PresentationFormat>
  <Paragraphs>240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Amin Paknejad</cp:lastModifiedBy>
  <cp:revision>10</cp:revision>
  <dcterms:created xsi:type="dcterms:W3CDTF">2013-01-27T09:14:16Z</dcterms:created>
  <dcterms:modified xsi:type="dcterms:W3CDTF">2026-10-14T21:21:26Z</dcterms:modified>
  <cp:category/>
</cp:coreProperties>
</file>